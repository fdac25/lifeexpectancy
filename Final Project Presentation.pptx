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C9629-5A5D-5844-B6B5-11A2A0838FA2}" v="142" dt="2025-11-24T20:04:26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8"/>
    <p:restoredTop sz="94694"/>
  </p:normalViewPr>
  <p:slideViewPr>
    <p:cSldViewPr snapToGrid="0">
      <p:cViewPr varScale="1">
        <p:scale>
          <a:sx n="152" d="100"/>
          <a:sy n="152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Life Expectancy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3000"/>
                    <a:lumMod val="100000"/>
                  </a:schemeClr>
                </a:gs>
                <a:gs pos="100000">
                  <a:schemeClr val="accent2">
                    <a:shade val="93000"/>
                    <a:satMod val="110000"/>
                    <a:lumMod val="99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High income</c:v>
                </c:pt>
                <c:pt idx="1">
                  <c:v>Upper middle income</c:v>
                </c:pt>
                <c:pt idx="2">
                  <c:v>Lower middle income</c:v>
                </c:pt>
                <c:pt idx="3">
                  <c:v>Low income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79.599999999999994</c:v>
                </c:pt>
                <c:pt idx="1">
                  <c:v>73.3</c:v>
                </c:pt>
                <c:pt idx="2">
                  <c:v>67</c:v>
                </c:pt>
                <c:pt idx="3">
                  <c:v>61.8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1-6D47-8E11-F7AFA7A4760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826573744"/>
        <c:axId val="1826190304"/>
      </c:barChart>
      <c:catAx>
        <c:axId val="1826573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190304"/>
        <c:crosses val="autoZero"/>
        <c:auto val="1"/>
        <c:lblAlgn val="ctr"/>
        <c:lblOffset val="100"/>
        <c:noMultiLvlLbl val="0"/>
      </c:catAx>
      <c:valAx>
        <c:axId val="1826190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573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834E60-6FAD-CC46-B985-7C45AD6B622A}" type="doc">
      <dgm:prSet loTypeId="urn:microsoft.com/office/officeart/2005/8/layout/StepDownProcess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EE61964-CC2A-7446-93B1-466C80FF946F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98DAC9E-7FDF-974B-8F26-44B1DE3AA9D4}" type="parTrans" cxnId="{3EFF2671-E042-A54B-9060-4D9F0CAABD37}">
      <dgm:prSet/>
      <dgm:spPr/>
      <dgm:t>
        <a:bodyPr/>
        <a:lstStyle/>
        <a:p>
          <a:endParaRPr lang="en-US"/>
        </a:p>
      </dgm:t>
    </dgm:pt>
    <dgm:pt modelId="{5D2EEDB5-C322-D346-AFE1-42445F3CAF49}" type="sibTrans" cxnId="{3EFF2671-E042-A54B-9060-4D9F0CAABD37}">
      <dgm:prSet/>
      <dgm:spPr/>
      <dgm:t>
        <a:bodyPr/>
        <a:lstStyle/>
        <a:p>
          <a:endParaRPr lang="en-US"/>
        </a:p>
      </dgm:t>
    </dgm:pt>
    <dgm:pt modelId="{4C731664-9086-724C-8E76-11D5F1704716}">
      <dgm:prSet phldrT="[Text]"/>
      <dgm:spPr/>
      <dgm:t>
        <a:bodyPr/>
        <a:lstStyle/>
        <a:p>
          <a:r>
            <a:rPr lang="en-US" dirty="0"/>
            <a:t>Cleaning</a:t>
          </a:r>
        </a:p>
      </dgm:t>
    </dgm:pt>
    <dgm:pt modelId="{4F888F28-5B4A-EB4F-8AD2-67B40E691458}" type="parTrans" cxnId="{F7DC633D-AF1B-6E49-BE5F-12DC3A5F1FF1}">
      <dgm:prSet/>
      <dgm:spPr/>
      <dgm:t>
        <a:bodyPr/>
        <a:lstStyle/>
        <a:p>
          <a:endParaRPr lang="en-US"/>
        </a:p>
      </dgm:t>
    </dgm:pt>
    <dgm:pt modelId="{9B394EFE-855C-2749-ACA7-AC845AD6DC11}" type="sibTrans" cxnId="{F7DC633D-AF1B-6E49-BE5F-12DC3A5F1FF1}">
      <dgm:prSet/>
      <dgm:spPr/>
      <dgm:t>
        <a:bodyPr/>
        <a:lstStyle/>
        <a:p>
          <a:endParaRPr lang="en-US"/>
        </a:p>
      </dgm:t>
    </dgm:pt>
    <dgm:pt modelId="{73729AF4-5A18-B84C-8700-DADE3F14B227}">
      <dgm:prSet phldrT="[Text]"/>
      <dgm:spPr/>
      <dgm:t>
        <a:bodyPr/>
        <a:lstStyle/>
        <a:p>
          <a:r>
            <a:rPr lang="en-US" dirty="0"/>
            <a:t>Analysis</a:t>
          </a:r>
        </a:p>
      </dgm:t>
    </dgm:pt>
    <dgm:pt modelId="{DB616D23-CB30-F249-8561-A705AB2FF49F}" type="parTrans" cxnId="{29AAE478-DB02-264B-90E1-DB6D229518A8}">
      <dgm:prSet/>
      <dgm:spPr/>
      <dgm:t>
        <a:bodyPr/>
        <a:lstStyle/>
        <a:p>
          <a:endParaRPr lang="en-US"/>
        </a:p>
      </dgm:t>
    </dgm:pt>
    <dgm:pt modelId="{1B75FE53-8591-484C-A52A-878A38222E18}" type="sibTrans" cxnId="{29AAE478-DB02-264B-90E1-DB6D229518A8}">
      <dgm:prSet/>
      <dgm:spPr/>
      <dgm:t>
        <a:bodyPr/>
        <a:lstStyle/>
        <a:p>
          <a:endParaRPr lang="en-US"/>
        </a:p>
      </dgm:t>
    </dgm:pt>
    <dgm:pt modelId="{FD0C19C9-6A74-7847-AFBB-AC237648B8B5}">
      <dgm:prSet phldrT="[Text]"/>
      <dgm:spPr/>
      <dgm:t>
        <a:bodyPr/>
        <a:lstStyle/>
        <a:p>
          <a:r>
            <a:rPr lang="en-US"/>
            <a:t>Visualizations</a:t>
          </a:r>
          <a:endParaRPr lang="en-US" dirty="0"/>
        </a:p>
      </dgm:t>
    </dgm:pt>
    <dgm:pt modelId="{807561C1-1B4A-2F4C-BF33-788E42E2D50D}" type="parTrans" cxnId="{E2F16682-A1F3-6941-820B-D56243D9F3D9}">
      <dgm:prSet/>
      <dgm:spPr/>
      <dgm:t>
        <a:bodyPr/>
        <a:lstStyle/>
        <a:p>
          <a:endParaRPr lang="en-US"/>
        </a:p>
      </dgm:t>
    </dgm:pt>
    <dgm:pt modelId="{B9BF80F4-2F83-9143-B5FF-0326DAC45EB4}" type="sibTrans" cxnId="{E2F16682-A1F3-6941-820B-D56243D9F3D9}">
      <dgm:prSet/>
      <dgm:spPr/>
      <dgm:t>
        <a:bodyPr/>
        <a:lstStyle/>
        <a:p>
          <a:endParaRPr lang="en-US"/>
        </a:p>
      </dgm:t>
    </dgm:pt>
    <dgm:pt modelId="{37A0B4ED-010B-FB47-AF8A-3B21F46EA63F}" type="pres">
      <dgm:prSet presAssocID="{CA834E60-6FAD-CC46-B985-7C45AD6B622A}" presName="rootnode" presStyleCnt="0">
        <dgm:presLayoutVars>
          <dgm:chMax/>
          <dgm:chPref/>
          <dgm:dir/>
          <dgm:animLvl val="lvl"/>
        </dgm:presLayoutVars>
      </dgm:prSet>
      <dgm:spPr/>
    </dgm:pt>
    <dgm:pt modelId="{D86F3D0F-6724-9B4B-A57E-0DD76D9CFA78}" type="pres">
      <dgm:prSet presAssocID="{1EE61964-CC2A-7446-93B1-466C80FF946F}" presName="composite" presStyleCnt="0"/>
      <dgm:spPr/>
    </dgm:pt>
    <dgm:pt modelId="{4550C6DF-A2DC-9749-AC2F-92DC306DA147}" type="pres">
      <dgm:prSet presAssocID="{1EE61964-CC2A-7446-93B1-466C80FF946F}" presName="bentUpArrow1" presStyleLbl="alignImgPlace1" presStyleIdx="0" presStyleCnt="3"/>
      <dgm:spPr/>
    </dgm:pt>
    <dgm:pt modelId="{436E2F20-B22B-114E-9AA0-B65FFC08D2C2}" type="pres">
      <dgm:prSet presAssocID="{1EE61964-CC2A-7446-93B1-466C80FF946F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AD06BAEE-98FD-BA48-BD1D-D0A3A9E3B22E}" type="pres">
      <dgm:prSet presAssocID="{1EE61964-CC2A-7446-93B1-466C80FF946F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3D52BFF-F739-6240-A367-504DEE2CC097}" type="pres">
      <dgm:prSet presAssocID="{5D2EEDB5-C322-D346-AFE1-42445F3CAF49}" presName="sibTrans" presStyleCnt="0"/>
      <dgm:spPr/>
    </dgm:pt>
    <dgm:pt modelId="{10522F82-34A5-CB4D-8D14-3740ECE20410}" type="pres">
      <dgm:prSet presAssocID="{4C731664-9086-724C-8E76-11D5F1704716}" presName="composite" presStyleCnt="0"/>
      <dgm:spPr/>
    </dgm:pt>
    <dgm:pt modelId="{971FF81D-44C2-4141-81F5-DA972DD216E4}" type="pres">
      <dgm:prSet presAssocID="{4C731664-9086-724C-8E76-11D5F1704716}" presName="bentUpArrow1" presStyleLbl="alignImgPlace1" presStyleIdx="1" presStyleCnt="3"/>
      <dgm:spPr/>
    </dgm:pt>
    <dgm:pt modelId="{A5DFEA62-2BF7-9949-BA9E-274D653B5114}" type="pres">
      <dgm:prSet presAssocID="{4C731664-9086-724C-8E76-11D5F1704716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3BB42252-BD5F-3343-BD96-CE1DEE5EA7B4}" type="pres">
      <dgm:prSet presAssocID="{4C731664-9086-724C-8E76-11D5F1704716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9F87AAD-CDB4-CD43-979E-17F229A9C95E}" type="pres">
      <dgm:prSet presAssocID="{9B394EFE-855C-2749-ACA7-AC845AD6DC11}" presName="sibTrans" presStyleCnt="0"/>
      <dgm:spPr/>
    </dgm:pt>
    <dgm:pt modelId="{20A8A22A-E5B8-1144-A879-88651827447F}" type="pres">
      <dgm:prSet presAssocID="{73729AF4-5A18-B84C-8700-DADE3F14B227}" presName="composite" presStyleCnt="0"/>
      <dgm:spPr/>
    </dgm:pt>
    <dgm:pt modelId="{2EEC128C-59E8-CC4A-B2D0-385049A27E37}" type="pres">
      <dgm:prSet presAssocID="{73729AF4-5A18-B84C-8700-DADE3F14B227}" presName="bentUpArrow1" presStyleLbl="alignImgPlace1" presStyleIdx="2" presStyleCnt="3"/>
      <dgm:spPr/>
    </dgm:pt>
    <dgm:pt modelId="{9E3384DC-024A-EC46-BA36-A05B53322771}" type="pres">
      <dgm:prSet presAssocID="{73729AF4-5A18-B84C-8700-DADE3F14B227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6EB183A8-CB1C-324E-ACFE-59BCA90F8646}" type="pres">
      <dgm:prSet presAssocID="{73729AF4-5A18-B84C-8700-DADE3F14B227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2AA9DC92-AF95-F643-8B50-5E15D749BB82}" type="pres">
      <dgm:prSet presAssocID="{1B75FE53-8591-484C-A52A-878A38222E18}" presName="sibTrans" presStyleCnt="0"/>
      <dgm:spPr/>
    </dgm:pt>
    <dgm:pt modelId="{900A9A1C-2454-DA47-9253-B233DC1938B6}" type="pres">
      <dgm:prSet presAssocID="{FD0C19C9-6A74-7847-AFBB-AC237648B8B5}" presName="composite" presStyleCnt="0"/>
      <dgm:spPr/>
    </dgm:pt>
    <dgm:pt modelId="{5DADA668-B27F-F64F-B8FF-A41DF9965488}" type="pres">
      <dgm:prSet presAssocID="{FD0C19C9-6A74-7847-AFBB-AC237648B8B5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F7DC633D-AF1B-6E49-BE5F-12DC3A5F1FF1}" srcId="{CA834E60-6FAD-CC46-B985-7C45AD6B622A}" destId="{4C731664-9086-724C-8E76-11D5F1704716}" srcOrd="1" destOrd="0" parTransId="{4F888F28-5B4A-EB4F-8AD2-67B40E691458}" sibTransId="{9B394EFE-855C-2749-ACA7-AC845AD6DC11}"/>
    <dgm:cxn modelId="{C8B1D561-02F5-A841-964C-9876F25B7D18}" type="presOf" srcId="{1EE61964-CC2A-7446-93B1-466C80FF946F}" destId="{436E2F20-B22B-114E-9AA0-B65FFC08D2C2}" srcOrd="0" destOrd="0" presId="urn:microsoft.com/office/officeart/2005/8/layout/StepDownProcess"/>
    <dgm:cxn modelId="{14B5966C-2580-7C4C-9C62-B4092921B143}" type="presOf" srcId="{73729AF4-5A18-B84C-8700-DADE3F14B227}" destId="{9E3384DC-024A-EC46-BA36-A05B53322771}" srcOrd="0" destOrd="0" presId="urn:microsoft.com/office/officeart/2005/8/layout/StepDownProcess"/>
    <dgm:cxn modelId="{3EFF2671-E042-A54B-9060-4D9F0CAABD37}" srcId="{CA834E60-6FAD-CC46-B985-7C45AD6B622A}" destId="{1EE61964-CC2A-7446-93B1-466C80FF946F}" srcOrd="0" destOrd="0" parTransId="{B98DAC9E-7FDF-974B-8F26-44B1DE3AA9D4}" sibTransId="{5D2EEDB5-C322-D346-AFE1-42445F3CAF49}"/>
    <dgm:cxn modelId="{29AAE478-DB02-264B-90E1-DB6D229518A8}" srcId="{CA834E60-6FAD-CC46-B985-7C45AD6B622A}" destId="{73729AF4-5A18-B84C-8700-DADE3F14B227}" srcOrd="2" destOrd="0" parTransId="{DB616D23-CB30-F249-8561-A705AB2FF49F}" sibTransId="{1B75FE53-8591-484C-A52A-878A38222E18}"/>
    <dgm:cxn modelId="{E2F16682-A1F3-6941-820B-D56243D9F3D9}" srcId="{CA834E60-6FAD-CC46-B985-7C45AD6B622A}" destId="{FD0C19C9-6A74-7847-AFBB-AC237648B8B5}" srcOrd="3" destOrd="0" parTransId="{807561C1-1B4A-2F4C-BF33-788E42E2D50D}" sibTransId="{B9BF80F4-2F83-9143-B5FF-0326DAC45EB4}"/>
    <dgm:cxn modelId="{CD6EC3B0-0182-1C45-B893-E756A489E412}" type="presOf" srcId="{4C731664-9086-724C-8E76-11D5F1704716}" destId="{A5DFEA62-2BF7-9949-BA9E-274D653B5114}" srcOrd="0" destOrd="0" presId="urn:microsoft.com/office/officeart/2005/8/layout/StepDownProcess"/>
    <dgm:cxn modelId="{A84EAADA-251B-CF43-87A3-EA0BBF6AB669}" type="presOf" srcId="{CA834E60-6FAD-CC46-B985-7C45AD6B622A}" destId="{37A0B4ED-010B-FB47-AF8A-3B21F46EA63F}" srcOrd="0" destOrd="0" presId="urn:microsoft.com/office/officeart/2005/8/layout/StepDownProcess"/>
    <dgm:cxn modelId="{455E69F7-1305-9441-BBE9-C8D3FB1241A2}" type="presOf" srcId="{FD0C19C9-6A74-7847-AFBB-AC237648B8B5}" destId="{5DADA668-B27F-F64F-B8FF-A41DF9965488}" srcOrd="0" destOrd="0" presId="urn:microsoft.com/office/officeart/2005/8/layout/StepDownProcess"/>
    <dgm:cxn modelId="{4E72F4C5-E2AA-2C46-9BD7-3B39E09F14BA}" type="presParOf" srcId="{37A0B4ED-010B-FB47-AF8A-3B21F46EA63F}" destId="{D86F3D0F-6724-9B4B-A57E-0DD76D9CFA78}" srcOrd="0" destOrd="0" presId="urn:microsoft.com/office/officeart/2005/8/layout/StepDownProcess"/>
    <dgm:cxn modelId="{9536326C-0FDA-304B-8F46-61F469147A2C}" type="presParOf" srcId="{D86F3D0F-6724-9B4B-A57E-0DD76D9CFA78}" destId="{4550C6DF-A2DC-9749-AC2F-92DC306DA147}" srcOrd="0" destOrd="0" presId="urn:microsoft.com/office/officeart/2005/8/layout/StepDownProcess"/>
    <dgm:cxn modelId="{0BC0BB1E-0961-5A44-A086-3F8679CC9A09}" type="presParOf" srcId="{D86F3D0F-6724-9B4B-A57E-0DD76D9CFA78}" destId="{436E2F20-B22B-114E-9AA0-B65FFC08D2C2}" srcOrd="1" destOrd="0" presId="urn:microsoft.com/office/officeart/2005/8/layout/StepDownProcess"/>
    <dgm:cxn modelId="{45B18F43-88AF-6947-9BDF-E9411918F3FE}" type="presParOf" srcId="{D86F3D0F-6724-9B4B-A57E-0DD76D9CFA78}" destId="{AD06BAEE-98FD-BA48-BD1D-D0A3A9E3B22E}" srcOrd="2" destOrd="0" presId="urn:microsoft.com/office/officeart/2005/8/layout/StepDownProcess"/>
    <dgm:cxn modelId="{6B3F7349-1848-C04E-95D1-A7070392364D}" type="presParOf" srcId="{37A0B4ED-010B-FB47-AF8A-3B21F46EA63F}" destId="{73D52BFF-F739-6240-A367-504DEE2CC097}" srcOrd="1" destOrd="0" presId="urn:microsoft.com/office/officeart/2005/8/layout/StepDownProcess"/>
    <dgm:cxn modelId="{3448B28D-911C-5E45-9056-F0A35F26C960}" type="presParOf" srcId="{37A0B4ED-010B-FB47-AF8A-3B21F46EA63F}" destId="{10522F82-34A5-CB4D-8D14-3740ECE20410}" srcOrd="2" destOrd="0" presId="urn:microsoft.com/office/officeart/2005/8/layout/StepDownProcess"/>
    <dgm:cxn modelId="{829758B7-45CE-474B-8C6C-12E7FD270088}" type="presParOf" srcId="{10522F82-34A5-CB4D-8D14-3740ECE20410}" destId="{971FF81D-44C2-4141-81F5-DA972DD216E4}" srcOrd="0" destOrd="0" presId="urn:microsoft.com/office/officeart/2005/8/layout/StepDownProcess"/>
    <dgm:cxn modelId="{C49A29E4-67AB-5549-A27C-554665A59B88}" type="presParOf" srcId="{10522F82-34A5-CB4D-8D14-3740ECE20410}" destId="{A5DFEA62-2BF7-9949-BA9E-274D653B5114}" srcOrd="1" destOrd="0" presId="urn:microsoft.com/office/officeart/2005/8/layout/StepDownProcess"/>
    <dgm:cxn modelId="{8D58E456-FFDB-174A-AB68-9579D2334704}" type="presParOf" srcId="{10522F82-34A5-CB4D-8D14-3740ECE20410}" destId="{3BB42252-BD5F-3343-BD96-CE1DEE5EA7B4}" srcOrd="2" destOrd="0" presId="urn:microsoft.com/office/officeart/2005/8/layout/StepDownProcess"/>
    <dgm:cxn modelId="{D8CCD4A8-A77C-AE41-9CC0-EB9EBF583121}" type="presParOf" srcId="{37A0B4ED-010B-FB47-AF8A-3B21F46EA63F}" destId="{C9F87AAD-CDB4-CD43-979E-17F229A9C95E}" srcOrd="3" destOrd="0" presId="urn:microsoft.com/office/officeart/2005/8/layout/StepDownProcess"/>
    <dgm:cxn modelId="{83915A59-0C5C-A247-B566-E34D5B5751BC}" type="presParOf" srcId="{37A0B4ED-010B-FB47-AF8A-3B21F46EA63F}" destId="{20A8A22A-E5B8-1144-A879-88651827447F}" srcOrd="4" destOrd="0" presId="urn:microsoft.com/office/officeart/2005/8/layout/StepDownProcess"/>
    <dgm:cxn modelId="{F2EA79AA-AC4C-AD47-9EE2-A18177B4AD72}" type="presParOf" srcId="{20A8A22A-E5B8-1144-A879-88651827447F}" destId="{2EEC128C-59E8-CC4A-B2D0-385049A27E37}" srcOrd="0" destOrd="0" presId="urn:microsoft.com/office/officeart/2005/8/layout/StepDownProcess"/>
    <dgm:cxn modelId="{7D72013A-7DEA-E248-8DD8-CE8382EDE4DF}" type="presParOf" srcId="{20A8A22A-E5B8-1144-A879-88651827447F}" destId="{9E3384DC-024A-EC46-BA36-A05B53322771}" srcOrd="1" destOrd="0" presId="urn:microsoft.com/office/officeart/2005/8/layout/StepDownProcess"/>
    <dgm:cxn modelId="{4CF72D1E-010B-B841-8C87-4BE236D89233}" type="presParOf" srcId="{20A8A22A-E5B8-1144-A879-88651827447F}" destId="{6EB183A8-CB1C-324E-ACFE-59BCA90F8646}" srcOrd="2" destOrd="0" presId="urn:microsoft.com/office/officeart/2005/8/layout/StepDownProcess"/>
    <dgm:cxn modelId="{D5EF66FB-D957-8F4F-B230-65CA54239D85}" type="presParOf" srcId="{37A0B4ED-010B-FB47-AF8A-3B21F46EA63F}" destId="{2AA9DC92-AF95-F643-8B50-5E15D749BB82}" srcOrd="5" destOrd="0" presId="urn:microsoft.com/office/officeart/2005/8/layout/StepDownProcess"/>
    <dgm:cxn modelId="{128AB4AE-83F4-D348-82B2-953B113F4ACB}" type="presParOf" srcId="{37A0B4ED-010B-FB47-AF8A-3B21F46EA63F}" destId="{900A9A1C-2454-DA47-9253-B233DC1938B6}" srcOrd="6" destOrd="0" presId="urn:microsoft.com/office/officeart/2005/8/layout/StepDownProcess"/>
    <dgm:cxn modelId="{F6882C6F-B8FD-6F40-BB99-C5DB5E843F11}" type="presParOf" srcId="{900A9A1C-2454-DA47-9253-B233DC1938B6}" destId="{5DADA668-B27F-F64F-B8FF-A41DF9965488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A288BF-8348-4EAA-A519-F09D86840520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91DD89D-C4B6-4257-8FAD-595BAC75A533}">
      <dgm:prSet/>
      <dgm:spPr/>
      <dgm:t>
        <a:bodyPr/>
        <a:lstStyle/>
        <a:p>
          <a:r>
            <a:rPr lang="en-US"/>
            <a:t>Add GDP per capita + inequality metrics</a:t>
          </a:r>
        </a:p>
      </dgm:t>
    </dgm:pt>
    <dgm:pt modelId="{B67CC848-1810-4B1F-B66E-1969F7E36A8D}" type="parTrans" cxnId="{A9A776B9-D420-464D-B69E-CDB18C53FC00}">
      <dgm:prSet/>
      <dgm:spPr/>
      <dgm:t>
        <a:bodyPr/>
        <a:lstStyle/>
        <a:p>
          <a:endParaRPr lang="en-US"/>
        </a:p>
      </dgm:t>
    </dgm:pt>
    <dgm:pt modelId="{024384A7-84FC-42D6-93D2-8CA9ECEAFDC5}" type="sibTrans" cxnId="{A9A776B9-D420-464D-B69E-CDB18C53FC00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B9DBB1A-E29E-466A-8729-CE4FE313060C}">
      <dgm:prSet/>
      <dgm:spPr/>
      <dgm:t>
        <a:bodyPr/>
        <a:lstStyle/>
        <a:p>
          <a:r>
            <a:rPr lang="en-US"/>
            <a:t>Use time-series &amp; post-COVID data</a:t>
          </a:r>
        </a:p>
      </dgm:t>
    </dgm:pt>
    <dgm:pt modelId="{D7AE2F62-8855-4631-8A01-852ED4FBE406}" type="parTrans" cxnId="{C749451F-7350-45AE-8514-48FC2169BC1D}">
      <dgm:prSet/>
      <dgm:spPr/>
      <dgm:t>
        <a:bodyPr/>
        <a:lstStyle/>
        <a:p>
          <a:endParaRPr lang="en-US"/>
        </a:p>
      </dgm:t>
    </dgm:pt>
    <dgm:pt modelId="{B22559CB-0E96-4B45-BF6A-BD0538EEF1E7}" type="sibTrans" cxnId="{C749451F-7350-45AE-8514-48FC2169BC1D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18FAD34-39F4-4B34-A19F-8D07DA94313B}">
      <dgm:prSet/>
      <dgm:spPr/>
      <dgm:t>
        <a:bodyPr/>
        <a:lstStyle/>
        <a:p>
          <a:r>
            <a:rPr lang="en-US"/>
            <a:t>Add environmental + health indicators (PM2.5, smoking, chronic disease)</a:t>
          </a:r>
        </a:p>
      </dgm:t>
    </dgm:pt>
    <dgm:pt modelId="{31690F19-E1EE-4AEC-99B8-14950695F14B}" type="parTrans" cxnId="{4A89BECD-3AB4-4CA9-A518-5D926FC357D6}">
      <dgm:prSet/>
      <dgm:spPr/>
      <dgm:t>
        <a:bodyPr/>
        <a:lstStyle/>
        <a:p>
          <a:endParaRPr lang="en-US"/>
        </a:p>
      </dgm:t>
    </dgm:pt>
    <dgm:pt modelId="{9CC2C2BF-4AC6-4705-A91A-1FFB143F16A7}" type="sibTrans" cxnId="{4A89BECD-3AB4-4CA9-A518-5D926FC357D6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C133D02-52DA-425D-AF05-E28FC7F44486}">
      <dgm:prSet/>
      <dgm:spPr/>
      <dgm:t>
        <a:bodyPr/>
        <a:lstStyle/>
        <a:p>
          <a:r>
            <a:rPr lang="en-US"/>
            <a:t>Build predictive models</a:t>
          </a:r>
        </a:p>
      </dgm:t>
    </dgm:pt>
    <dgm:pt modelId="{5012BD38-D51A-444B-BA40-DB5E38075479}" type="parTrans" cxnId="{9DADF532-7637-461D-A165-BD649119A398}">
      <dgm:prSet/>
      <dgm:spPr/>
      <dgm:t>
        <a:bodyPr/>
        <a:lstStyle/>
        <a:p>
          <a:endParaRPr lang="en-US"/>
        </a:p>
      </dgm:t>
    </dgm:pt>
    <dgm:pt modelId="{05A144BF-2C82-4F39-B5E3-A3CBECD76EBB}" type="sibTrans" cxnId="{9DADF532-7637-461D-A165-BD649119A39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00407B43-B3D8-4F18-9A85-3ABE2AA9874C}">
      <dgm:prSet/>
      <dgm:spPr/>
      <dgm:t>
        <a:bodyPr/>
        <a:lstStyle/>
        <a:p>
          <a:r>
            <a:rPr lang="en-US"/>
            <a:t>Expand the interactive dashboard</a:t>
          </a:r>
        </a:p>
      </dgm:t>
    </dgm:pt>
    <dgm:pt modelId="{5A6F04ED-792F-40CD-9132-4AFAC6BC565D}" type="parTrans" cxnId="{A66A84A6-D913-444C-A1D2-0E52F498412F}">
      <dgm:prSet/>
      <dgm:spPr/>
      <dgm:t>
        <a:bodyPr/>
        <a:lstStyle/>
        <a:p>
          <a:endParaRPr lang="en-US"/>
        </a:p>
      </dgm:t>
    </dgm:pt>
    <dgm:pt modelId="{5D90AAFD-8150-43AE-8A35-081BC685DD16}" type="sibTrans" cxnId="{A66A84A6-D913-444C-A1D2-0E52F498412F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A5C30F1A-9C22-B444-BD33-06F740BA590F}" type="pres">
      <dgm:prSet presAssocID="{BAA288BF-8348-4EAA-A519-F09D86840520}" presName="Name0" presStyleCnt="0">
        <dgm:presLayoutVars>
          <dgm:animLvl val="lvl"/>
          <dgm:resizeHandles val="exact"/>
        </dgm:presLayoutVars>
      </dgm:prSet>
      <dgm:spPr/>
    </dgm:pt>
    <dgm:pt modelId="{2F326AF1-208C-D344-A69B-29BE2C387AC5}" type="pres">
      <dgm:prSet presAssocID="{F91DD89D-C4B6-4257-8FAD-595BAC75A533}" presName="compositeNode" presStyleCnt="0">
        <dgm:presLayoutVars>
          <dgm:bulletEnabled val="1"/>
        </dgm:presLayoutVars>
      </dgm:prSet>
      <dgm:spPr/>
    </dgm:pt>
    <dgm:pt modelId="{32CCA096-3CF2-C445-A98C-6851D973F4B8}" type="pres">
      <dgm:prSet presAssocID="{F91DD89D-C4B6-4257-8FAD-595BAC75A533}" presName="bgRect" presStyleLbl="alignNode1" presStyleIdx="0" presStyleCnt="5"/>
      <dgm:spPr/>
    </dgm:pt>
    <dgm:pt modelId="{E9426C90-075E-1F43-AB7C-DEF8F64F3823}" type="pres">
      <dgm:prSet presAssocID="{024384A7-84FC-42D6-93D2-8CA9ECEAFDC5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E6DF4387-F7E0-8C4C-9509-FC17F2FFA416}" type="pres">
      <dgm:prSet presAssocID="{F91DD89D-C4B6-4257-8FAD-595BAC75A533}" presName="nodeRect" presStyleLbl="alignNode1" presStyleIdx="0" presStyleCnt="5">
        <dgm:presLayoutVars>
          <dgm:bulletEnabled val="1"/>
        </dgm:presLayoutVars>
      </dgm:prSet>
      <dgm:spPr/>
    </dgm:pt>
    <dgm:pt modelId="{FB271924-3055-2142-A5C3-FDD7ECC8912A}" type="pres">
      <dgm:prSet presAssocID="{024384A7-84FC-42D6-93D2-8CA9ECEAFDC5}" presName="sibTrans" presStyleCnt="0"/>
      <dgm:spPr/>
    </dgm:pt>
    <dgm:pt modelId="{51347F7B-E531-6D4B-948E-426673FD850A}" type="pres">
      <dgm:prSet presAssocID="{1B9DBB1A-E29E-466A-8729-CE4FE313060C}" presName="compositeNode" presStyleCnt="0">
        <dgm:presLayoutVars>
          <dgm:bulletEnabled val="1"/>
        </dgm:presLayoutVars>
      </dgm:prSet>
      <dgm:spPr/>
    </dgm:pt>
    <dgm:pt modelId="{9A20A6AC-DF8E-4A4B-BB36-91CB2A10019C}" type="pres">
      <dgm:prSet presAssocID="{1B9DBB1A-E29E-466A-8729-CE4FE313060C}" presName="bgRect" presStyleLbl="alignNode1" presStyleIdx="1" presStyleCnt="5"/>
      <dgm:spPr/>
    </dgm:pt>
    <dgm:pt modelId="{1130FF5E-927C-EC4C-9EAD-9975A9F0DED9}" type="pres">
      <dgm:prSet presAssocID="{B22559CB-0E96-4B45-BF6A-BD0538EEF1E7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18FF552D-48A3-0440-A0B4-6DD98919C67B}" type="pres">
      <dgm:prSet presAssocID="{1B9DBB1A-E29E-466A-8729-CE4FE313060C}" presName="nodeRect" presStyleLbl="alignNode1" presStyleIdx="1" presStyleCnt="5">
        <dgm:presLayoutVars>
          <dgm:bulletEnabled val="1"/>
        </dgm:presLayoutVars>
      </dgm:prSet>
      <dgm:spPr/>
    </dgm:pt>
    <dgm:pt modelId="{D1330163-F685-CF45-A099-0E384AE6EA3D}" type="pres">
      <dgm:prSet presAssocID="{B22559CB-0E96-4B45-BF6A-BD0538EEF1E7}" presName="sibTrans" presStyleCnt="0"/>
      <dgm:spPr/>
    </dgm:pt>
    <dgm:pt modelId="{43FC334C-1180-DB40-8862-E05192A4F26C}" type="pres">
      <dgm:prSet presAssocID="{318FAD34-39F4-4B34-A19F-8D07DA94313B}" presName="compositeNode" presStyleCnt="0">
        <dgm:presLayoutVars>
          <dgm:bulletEnabled val="1"/>
        </dgm:presLayoutVars>
      </dgm:prSet>
      <dgm:spPr/>
    </dgm:pt>
    <dgm:pt modelId="{82258BC2-E7A1-1047-AD37-1B5AD4FE8346}" type="pres">
      <dgm:prSet presAssocID="{318FAD34-39F4-4B34-A19F-8D07DA94313B}" presName="bgRect" presStyleLbl="alignNode1" presStyleIdx="2" presStyleCnt="5"/>
      <dgm:spPr/>
    </dgm:pt>
    <dgm:pt modelId="{D31EC946-C64A-794A-B376-BDA6934C49EF}" type="pres">
      <dgm:prSet presAssocID="{9CC2C2BF-4AC6-4705-A91A-1FFB143F16A7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6B94A531-1480-5E4A-8AFC-B66DD37728AB}" type="pres">
      <dgm:prSet presAssocID="{318FAD34-39F4-4B34-A19F-8D07DA94313B}" presName="nodeRect" presStyleLbl="alignNode1" presStyleIdx="2" presStyleCnt="5">
        <dgm:presLayoutVars>
          <dgm:bulletEnabled val="1"/>
        </dgm:presLayoutVars>
      </dgm:prSet>
      <dgm:spPr/>
    </dgm:pt>
    <dgm:pt modelId="{84F05A80-CFBF-674B-BA05-4B5DC78C403A}" type="pres">
      <dgm:prSet presAssocID="{9CC2C2BF-4AC6-4705-A91A-1FFB143F16A7}" presName="sibTrans" presStyleCnt="0"/>
      <dgm:spPr/>
    </dgm:pt>
    <dgm:pt modelId="{BA187449-62E2-994B-836E-4AC73A203D7C}" type="pres">
      <dgm:prSet presAssocID="{6C133D02-52DA-425D-AF05-E28FC7F44486}" presName="compositeNode" presStyleCnt="0">
        <dgm:presLayoutVars>
          <dgm:bulletEnabled val="1"/>
        </dgm:presLayoutVars>
      </dgm:prSet>
      <dgm:spPr/>
    </dgm:pt>
    <dgm:pt modelId="{B28D697C-A29C-764D-9A01-814D8BE982FA}" type="pres">
      <dgm:prSet presAssocID="{6C133D02-52DA-425D-AF05-E28FC7F44486}" presName="bgRect" presStyleLbl="alignNode1" presStyleIdx="3" presStyleCnt="5"/>
      <dgm:spPr/>
    </dgm:pt>
    <dgm:pt modelId="{F2C316D3-6B7D-654B-8620-CD7668356780}" type="pres">
      <dgm:prSet presAssocID="{05A144BF-2C82-4F39-B5E3-A3CBECD76EBB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1525CFC7-2EAA-524D-B640-6B56528B9F54}" type="pres">
      <dgm:prSet presAssocID="{6C133D02-52DA-425D-AF05-E28FC7F44486}" presName="nodeRect" presStyleLbl="alignNode1" presStyleIdx="3" presStyleCnt="5">
        <dgm:presLayoutVars>
          <dgm:bulletEnabled val="1"/>
        </dgm:presLayoutVars>
      </dgm:prSet>
      <dgm:spPr/>
    </dgm:pt>
    <dgm:pt modelId="{78BD2D81-9D0C-3146-AB3A-1EFB78AF7A31}" type="pres">
      <dgm:prSet presAssocID="{05A144BF-2C82-4F39-B5E3-A3CBECD76EBB}" presName="sibTrans" presStyleCnt="0"/>
      <dgm:spPr/>
    </dgm:pt>
    <dgm:pt modelId="{114BA6FC-08A4-2A46-A1F5-AF0042663F69}" type="pres">
      <dgm:prSet presAssocID="{00407B43-B3D8-4F18-9A85-3ABE2AA9874C}" presName="compositeNode" presStyleCnt="0">
        <dgm:presLayoutVars>
          <dgm:bulletEnabled val="1"/>
        </dgm:presLayoutVars>
      </dgm:prSet>
      <dgm:spPr/>
    </dgm:pt>
    <dgm:pt modelId="{7B92BF66-F5B9-A443-8C26-F530F43DBF7B}" type="pres">
      <dgm:prSet presAssocID="{00407B43-B3D8-4F18-9A85-3ABE2AA9874C}" presName="bgRect" presStyleLbl="alignNode1" presStyleIdx="4" presStyleCnt="5"/>
      <dgm:spPr/>
    </dgm:pt>
    <dgm:pt modelId="{522405E4-AA8B-2B4D-9856-9BDEC0A5EDFB}" type="pres">
      <dgm:prSet presAssocID="{5D90AAFD-8150-43AE-8A35-081BC685DD16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B900B42F-0A26-4645-8550-81EC88644356}" type="pres">
      <dgm:prSet presAssocID="{00407B43-B3D8-4F18-9A85-3ABE2AA9874C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1530B703-DF72-904A-B79A-50A5C23E59DE}" type="presOf" srcId="{1B9DBB1A-E29E-466A-8729-CE4FE313060C}" destId="{9A20A6AC-DF8E-4A4B-BB36-91CB2A10019C}" srcOrd="0" destOrd="0" presId="urn:microsoft.com/office/officeart/2016/7/layout/LinearBlockProcessNumbered"/>
    <dgm:cxn modelId="{2FC3AE05-A12D-304B-A9D9-AE439DAD7B69}" type="presOf" srcId="{318FAD34-39F4-4B34-A19F-8D07DA94313B}" destId="{82258BC2-E7A1-1047-AD37-1B5AD4FE8346}" srcOrd="0" destOrd="0" presId="urn:microsoft.com/office/officeart/2016/7/layout/LinearBlockProcessNumbered"/>
    <dgm:cxn modelId="{77F5140B-0664-A145-9072-6FDDDE149A3A}" type="presOf" srcId="{318FAD34-39F4-4B34-A19F-8D07DA94313B}" destId="{6B94A531-1480-5E4A-8AFC-B66DD37728AB}" srcOrd="1" destOrd="0" presId="urn:microsoft.com/office/officeart/2016/7/layout/LinearBlockProcessNumbered"/>
    <dgm:cxn modelId="{89AC7917-F83D-1C4E-9C81-AA55B3CFA745}" type="presOf" srcId="{B22559CB-0E96-4B45-BF6A-BD0538EEF1E7}" destId="{1130FF5E-927C-EC4C-9EAD-9975A9F0DED9}" srcOrd="0" destOrd="0" presId="urn:microsoft.com/office/officeart/2016/7/layout/LinearBlockProcessNumbered"/>
    <dgm:cxn modelId="{C749451F-7350-45AE-8514-48FC2169BC1D}" srcId="{BAA288BF-8348-4EAA-A519-F09D86840520}" destId="{1B9DBB1A-E29E-466A-8729-CE4FE313060C}" srcOrd="1" destOrd="0" parTransId="{D7AE2F62-8855-4631-8A01-852ED4FBE406}" sibTransId="{B22559CB-0E96-4B45-BF6A-BD0538EEF1E7}"/>
    <dgm:cxn modelId="{7A813C29-D8CD-BF46-8CDD-33546AB2F912}" type="presOf" srcId="{6C133D02-52DA-425D-AF05-E28FC7F44486}" destId="{1525CFC7-2EAA-524D-B640-6B56528B9F54}" srcOrd="1" destOrd="0" presId="urn:microsoft.com/office/officeart/2016/7/layout/LinearBlockProcessNumbered"/>
    <dgm:cxn modelId="{9DADF532-7637-461D-A165-BD649119A398}" srcId="{BAA288BF-8348-4EAA-A519-F09D86840520}" destId="{6C133D02-52DA-425D-AF05-E28FC7F44486}" srcOrd="3" destOrd="0" parTransId="{5012BD38-D51A-444B-BA40-DB5E38075479}" sibTransId="{05A144BF-2C82-4F39-B5E3-A3CBECD76EBB}"/>
    <dgm:cxn modelId="{4856F438-C5EC-A347-A98F-FA0944349EDE}" type="presOf" srcId="{F91DD89D-C4B6-4257-8FAD-595BAC75A533}" destId="{E6DF4387-F7E0-8C4C-9509-FC17F2FFA416}" srcOrd="1" destOrd="0" presId="urn:microsoft.com/office/officeart/2016/7/layout/LinearBlockProcessNumbered"/>
    <dgm:cxn modelId="{29E08839-749D-EF44-A1B6-9500569DECA5}" type="presOf" srcId="{024384A7-84FC-42D6-93D2-8CA9ECEAFDC5}" destId="{E9426C90-075E-1F43-AB7C-DEF8F64F3823}" srcOrd="0" destOrd="0" presId="urn:microsoft.com/office/officeart/2016/7/layout/LinearBlockProcessNumbered"/>
    <dgm:cxn modelId="{3939B55A-87BA-1D4C-8C89-9EB5F32644F3}" type="presOf" srcId="{5D90AAFD-8150-43AE-8A35-081BC685DD16}" destId="{522405E4-AA8B-2B4D-9856-9BDEC0A5EDFB}" srcOrd="0" destOrd="0" presId="urn:microsoft.com/office/officeart/2016/7/layout/LinearBlockProcessNumbered"/>
    <dgm:cxn modelId="{48388C63-3FCD-AB4D-811A-EFA1A0AE24BC}" type="presOf" srcId="{6C133D02-52DA-425D-AF05-E28FC7F44486}" destId="{B28D697C-A29C-764D-9A01-814D8BE982FA}" srcOrd="0" destOrd="0" presId="urn:microsoft.com/office/officeart/2016/7/layout/LinearBlockProcessNumbered"/>
    <dgm:cxn modelId="{CE8BBF63-9200-7C43-A0D6-2CAFBE3D6D15}" type="presOf" srcId="{F91DD89D-C4B6-4257-8FAD-595BAC75A533}" destId="{32CCA096-3CF2-C445-A98C-6851D973F4B8}" srcOrd="0" destOrd="0" presId="urn:microsoft.com/office/officeart/2016/7/layout/LinearBlockProcessNumbered"/>
    <dgm:cxn modelId="{38BE2E65-345F-7448-AB63-D80A6A6B5866}" type="presOf" srcId="{BAA288BF-8348-4EAA-A519-F09D86840520}" destId="{A5C30F1A-9C22-B444-BD33-06F740BA590F}" srcOrd="0" destOrd="0" presId="urn:microsoft.com/office/officeart/2016/7/layout/LinearBlockProcessNumbered"/>
    <dgm:cxn modelId="{AAF0F898-4F55-6D43-941E-C3F878A52015}" type="presOf" srcId="{00407B43-B3D8-4F18-9A85-3ABE2AA9874C}" destId="{B900B42F-0A26-4645-8550-81EC88644356}" srcOrd="1" destOrd="0" presId="urn:microsoft.com/office/officeart/2016/7/layout/LinearBlockProcessNumbered"/>
    <dgm:cxn modelId="{A66A84A6-D913-444C-A1D2-0E52F498412F}" srcId="{BAA288BF-8348-4EAA-A519-F09D86840520}" destId="{00407B43-B3D8-4F18-9A85-3ABE2AA9874C}" srcOrd="4" destOrd="0" parTransId="{5A6F04ED-792F-40CD-9132-4AFAC6BC565D}" sibTransId="{5D90AAFD-8150-43AE-8A35-081BC685DD16}"/>
    <dgm:cxn modelId="{A9A776B9-D420-464D-B69E-CDB18C53FC00}" srcId="{BAA288BF-8348-4EAA-A519-F09D86840520}" destId="{F91DD89D-C4B6-4257-8FAD-595BAC75A533}" srcOrd="0" destOrd="0" parTransId="{B67CC848-1810-4B1F-B66E-1969F7E36A8D}" sibTransId="{024384A7-84FC-42D6-93D2-8CA9ECEAFDC5}"/>
    <dgm:cxn modelId="{DB869BBD-A5CF-D047-9E87-8BC8B9C2F63B}" type="presOf" srcId="{1B9DBB1A-E29E-466A-8729-CE4FE313060C}" destId="{18FF552D-48A3-0440-A0B4-6DD98919C67B}" srcOrd="1" destOrd="0" presId="urn:microsoft.com/office/officeart/2016/7/layout/LinearBlockProcessNumbered"/>
    <dgm:cxn modelId="{4A89BECD-3AB4-4CA9-A518-5D926FC357D6}" srcId="{BAA288BF-8348-4EAA-A519-F09D86840520}" destId="{318FAD34-39F4-4B34-A19F-8D07DA94313B}" srcOrd="2" destOrd="0" parTransId="{31690F19-E1EE-4AEC-99B8-14950695F14B}" sibTransId="{9CC2C2BF-4AC6-4705-A91A-1FFB143F16A7}"/>
    <dgm:cxn modelId="{BC21A5D1-44D7-9C41-9B3D-B712C29A0D7D}" type="presOf" srcId="{05A144BF-2C82-4F39-B5E3-A3CBECD76EBB}" destId="{F2C316D3-6B7D-654B-8620-CD7668356780}" srcOrd="0" destOrd="0" presId="urn:microsoft.com/office/officeart/2016/7/layout/LinearBlockProcessNumbered"/>
    <dgm:cxn modelId="{0CA1B7DC-3A85-7A45-AB9E-E54B1A1F1ACE}" type="presOf" srcId="{00407B43-B3D8-4F18-9A85-3ABE2AA9874C}" destId="{7B92BF66-F5B9-A443-8C26-F530F43DBF7B}" srcOrd="0" destOrd="0" presId="urn:microsoft.com/office/officeart/2016/7/layout/LinearBlockProcessNumbered"/>
    <dgm:cxn modelId="{982925F6-8F07-2C43-981E-E7F0682FB040}" type="presOf" srcId="{9CC2C2BF-4AC6-4705-A91A-1FFB143F16A7}" destId="{D31EC946-C64A-794A-B376-BDA6934C49EF}" srcOrd="0" destOrd="0" presId="urn:microsoft.com/office/officeart/2016/7/layout/LinearBlockProcessNumbered"/>
    <dgm:cxn modelId="{4AA02730-C11A-4A42-A1B8-8A9309A1E62F}" type="presParOf" srcId="{A5C30F1A-9C22-B444-BD33-06F740BA590F}" destId="{2F326AF1-208C-D344-A69B-29BE2C387AC5}" srcOrd="0" destOrd="0" presId="urn:microsoft.com/office/officeart/2016/7/layout/LinearBlockProcessNumbered"/>
    <dgm:cxn modelId="{75BDAE3D-55CB-AD4B-8DEF-67883AD79AF5}" type="presParOf" srcId="{2F326AF1-208C-D344-A69B-29BE2C387AC5}" destId="{32CCA096-3CF2-C445-A98C-6851D973F4B8}" srcOrd="0" destOrd="0" presId="urn:microsoft.com/office/officeart/2016/7/layout/LinearBlockProcessNumbered"/>
    <dgm:cxn modelId="{FC4C478C-30BF-D843-873F-F1A924A422A0}" type="presParOf" srcId="{2F326AF1-208C-D344-A69B-29BE2C387AC5}" destId="{E9426C90-075E-1F43-AB7C-DEF8F64F3823}" srcOrd="1" destOrd="0" presId="urn:microsoft.com/office/officeart/2016/7/layout/LinearBlockProcessNumbered"/>
    <dgm:cxn modelId="{C873CBCC-40FB-5849-87A7-34995BAA1B9C}" type="presParOf" srcId="{2F326AF1-208C-D344-A69B-29BE2C387AC5}" destId="{E6DF4387-F7E0-8C4C-9509-FC17F2FFA416}" srcOrd="2" destOrd="0" presId="urn:microsoft.com/office/officeart/2016/7/layout/LinearBlockProcessNumbered"/>
    <dgm:cxn modelId="{BA8B44FD-EE70-DA45-9CD5-4A278A7B9EE5}" type="presParOf" srcId="{A5C30F1A-9C22-B444-BD33-06F740BA590F}" destId="{FB271924-3055-2142-A5C3-FDD7ECC8912A}" srcOrd="1" destOrd="0" presId="urn:microsoft.com/office/officeart/2016/7/layout/LinearBlockProcessNumbered"/>
    <dgm:cxn modelId="{067CB0CC-3FB6-8A4F-BAA7-5BA1C51B8D0F}" type="presParOf" srcId="{A5C30F1A-9C22-B444-BD33-06F740BA590F}" destId="{51347F7B-E531-6D4B-948E-426673FD850A}" srcOrd="2" destOrd="0" presId="urn:microsoft.com/office/officeart/2016/7/layout/LinearBlockProcessNumbered"/>
    <dgm:cxn modelId="{0D955894-ABA8-7449-9B09-3847B5AEB207}" type="presParOf" srcId="{51347F7B-E531-6D4B-948E-426673FD850A}" destId="{9A20A6AC-DF8E-4A4B-BB36-91CB2A10019C}" srcOrd="0" destOrd="0" presId="urn:microsoft.com/office/officeart/2016/7/layout/LinearBlockProcessNumbered"/>
    <dgm:cxn modelId="{0A34F030-50F6-344E-83E7-80D36DBEABCD}" type="presParOf" srcId="{51347F7B-E531-6D4B-948E-426673FD850A}" destId="{1130FF5E-927C-EC4C-9EAD-9975A9F0DED9}" srcOrd="1" destOrd="0" presId="urn:microsoft.com/office/officeart/2016/7/layout/LinearBlockProcessNumbered"/>
    <dgm:cxn modelId="{0413B0D2-D626-4A4F-9362-DD8C7E1F69BC}" type="presParOf" srcId="{51347F7B-E531-6D4B-948E-426673FD850A}" destId="{18FF552D-48A3-0440-A0B4-6DD98919C67B}" srcOrd="2" destOrd="0" presId="urn:microsoft.com/office/officeart/2016/7/layout/LinearBlockProcessNumbered"/>
    <dgm:cxn modelId="{6B183396-E88A-EB48-BF2D-78E6E047CC51}" type="presParOf" srcId="{A5C30F1A-9C22-B444-BD33-06F740BA590F}" destId="{D1330163-F685-CF45-A099-0E384AE6EA3D}" srcOrd="3" destOrd="0" presId="urn:microsoft.com/office/officeart/2016/7/layout/LinearBlockProcessNumbered"/>
    <dgm:cxn modelId="{3B33EA89-F8BC-2148-A623-1174D8D35019}" type="presParOf" srcId="{A5C30F1A-9C22-B444-BD33-06F740BA590F}" destId="{43FC334C-1180-DB40-8862-E05192A4F26C}" srcOrd="4" destOrd="0" presId="urn:microsoft.com/office/officeart/2016/7/layout/LinearBlockProcessNumbered"/>
    <dgm:cxn modelId="{E114CD32-7C41-5F41-BF09-8507483FDCE7}" type="presParOf" srcId="{43FC334C-1180-DB40-8862-E05192A4F26C}" destId="{82258BC2-E7A1-1047-AD37-1B5AD4FE8346}" srcOrd="0" destOrd="0" presId="urn:microsoft.com/office/officeart/2016/7/layout/LinearBlockProcessNumbered"/>
    <dgm:cxn modelId="{F11E0E01-FDB5-7942-9D17-B079960A6E48}" type="presParOf" srcId="{43FC334C-1180-DB40-8862-E05192A4F26C}" destId="{D31EC946-C64A-794A-B376-BDA6934C49EF}" srcOrd="1" destOrd="0" presId="urn:microsoft.com/office/officeart/2016/7/layout/LinearBlockProcessNumbered"/>
    <dgm:cxn modelId="{ED5F1C0A-AF7D-4247-AD82-CA824CBB6170}" type="presParOf" srcId="{43FC334C-1180-DB40-8862-E05192A4F26C}" destId="{6B94A531-1480-5E4A-8AFC-B66DD37728AB}" srcOrd="2" destOrd="0" presId="urn:microsoft.com/office/officeart/2016/7/layout/LinearBlockProcessNumbered"/>
    <dgm:cxn modelId="{F507DD48-DA86-DA41-AF21-D9941EB11AEB}" type="presParOf" srcId="{A5C30F1A-9C22-B444-BD33-06F740BA590F}" destId="{84F05A80-CFBF-674B-BA05-4B5DC78C403A}" srcOrd="5" destOrd="0" presId="urn:microsoft.com/office/officeart/2016/7/layout/LinearBlockProcessNumbered"/>
    <dgm:cxn modelId="{AE33F0E9-CE4A-CC4C-9C30-5B7FA2151AD5}" type="presParOf" srcId="{A5C30F1A-9C22-B444-BD33-06F740BA590F}" destId="{BA187449-62E2-994B-836E-4AC73A203D7C}" srcOrd="6" destOrd="0" presId="urn:microsoft.com/office/officeart/2016/7/layout/LinearBlockProcessNumbered"/>
    <dgm:cxn modelId="{C62D04A5-E941-7742-8377-AFDEC25C264C}" type="presParOf" srcId="{BA187449-62E2-994B-836E-4AC73A203D7C}" destId="{B28D697C-A29C-764D-9A01-814D8BE982FA}" srcOrd="0" destOrd="0" presId="urn:microsoft.com/office/officeart/2016/7/layout/LinearBlockProcessNumbered"/>
    <dgm:cxn modelId="{5156B8EE-5A1A-F141-8F64-488F625CF0DC}" type="presParOf" srcId="{BA187449-62E2-994B-836E-4AC73A203D7C}" destId="{F2C316D3-6B7D-654B-8620-CD7668356780}" srcOrd="1" destOrd="0" presId="urn:microsoft.com/office/officeart/2016/7/layout/LinearBlockProcessNumbered"/>
    <dgm:cxn modelId="{0A284E62-C13A-0C4C-83C2-97F1A05EFBFB}" type="presParOf" srcId="{BA187449-62E2-994B-836E-4AC73A203D7C}" destId="{1525CFC7-2EAA-524D-B640-6B56528B9F54}" srcOrd="2" destOrd="0" presId="urn:microsoft.com/office/officeart/2016/7/layout/LinearBlockProcessNumbered"/>
    <dgm:cxn modelId="{743BAED1-8BC9-DB47-B517-7037355F7782}" type="presParOf" srcId="{A5C30F1A-9C22-B444-BD33-06F740BA590F}" destId="{78BD2D81-9D0C-3146-AB3A-1EFB78AF7A31}" srcOrd="7" destOrd="0" presId="urn:microsoft.com/office/officeart/2016/7/layout/LinearBlockProcessNumbered"/>
    <dgm:cxn modelId="{894A3EEC-E472-1B41-9C10-A07AE3D5DF0F}" type="presParOf" srcId="{A5C30F1A-9C22-B444-BD33-06F740BA590F}" destId="{114BA6FC-08A4-2A46-A1F5-AF0042663F69}" srcOrd="8" destOrd="0" presId="urn:microsoft.com/office/officeart/2016/7/layout/LinearBlockProcessNumbered"/>
    <dgm:cxn modelId="{534B96A1-56ED-D246-8BA7-A6A91851DD4F}" type="presParOf" srcId="{114BA6FC-08A4-2A46-A1F5-AF0042663F69}" destId="{7B92BF66-F5B9-A443-8C26-F530F43DBF7B}" srcOrd="0" destOrd="0" presId="urn:microsoft.com/office/officeart/2016/7/layout/LinearBlockProcessNumbered"/>
    <dgm:cxn modelId="{6509F1EF-C958-0942-8596-3B3C607C9668}" type="presParOf" srcId="{114BA6FC-08A4-2A46-A1F5-AF0042663F69}" destId="{522405E4-AA8B-2B4D-9856-9BDEC0A5EDFB}" srcOrd="1" destOrd="0" presId="urn:microsoft.com/office/officeart/2016/7/layout/LinearBlockProcessNumbered"/>
    <dgm:cxn modelId="{B2283EF2-48B7-0A4C-9233-363E07F8B0FA}" type="presParOf" srcId="{114BA6FC-08A4-2A46-A1F5-AF0042663F69}" destId="{B900B42F-0A26-4645-8550-81EC8864435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7C7476-809D-4F7F-863D-6A0FD968C09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3770177-9051-4ED9-AAD6-47D788FB9EF2}">
      <dgm:prSet/>
      <dgm:spPr/>
      <dgm:t>
        <a:bodyPr/>
        <a:lstStyle/>
        <a:p>
          <a:r>
            <a:rPr lang="en-US"/>
            <a:t>Questions?</a:t>
          </a:r>
          <a:endParaRPr lang="en-US" dirty="0"/>
        </a:p>
      </dgm:t>
    </dgm:pt>
    <dgm:pt modelId="{49CCC25F-3787-4636-90A4-2AE8650DED66}" type="parTrans" cxnId="{399558EF-F33F-4CFC-89C8-5B0C173CE060}">
      <dgm:prSet/>
      <dgm:spPr/>
      <dgm:t>
        <a:bodyPr/>
        <a:lstStyle/>
        <a:p>
          <a:endParaRPr lang="en-US"/>
        </a:p>
      </dgm:t>
    </dgm:pt>
    <dgm:pt modelId="{5EBC9FFB-7579-4AC3-A05A-7B876A29494F}" type="sibTrans" cxnId="{399558EF-F33F-4CFC-89C8-5B0C173CE060}">
      <dgm:prSet/>
      <dgm:spPr/>
      <dgm:t>
        <a:bodyPr/>
        <a:lstStyle/>
        <a:p>
          <a:endParaRPr lang="en-US"/>
        </a:p>
      </dgm:t>
    </dgm:pt>
    <dgm:pt modelId="{4F4BC0F2-82C7-4847-99E1-092B433F9F5E}">
      <dgm:prSet/>
      <dgm:spPr/>
      <dgm:t>
        <a:bodyPr/>
        <a:lstStyle/>
        <a:p>
          <a:r>
            <a:rPr lang="en-US" b="0" dirty="0"/>
            <a:t>Presented By:</a:t>
          </a:r>
        </a:p>
      </dgm:t>
    </dgm:pt>
    <dgm:pt modelId="{FA845227-17B3-4EFB-A41F-2946EE30BEE9}" type="parTrans" cxnId="{5368BE51-ED56-4EDC-907B-80F11ACD0E4C}">
      <dgm:prSet/>
      <dgm:spPr/>
      <dgm:t>
        <a:bodyPr/>
        <a:lstStyle/>
        <a:p>
          <a:endParaRPr lang="en-US"/>
        </a:p>
      </dgm:t>
    </dgm:pt>
    <dgm:pt modelId="{FE3470C9-CA6D-4129-B9A5-694644F2AE20}" type="sibTrans" cxnId="{5368BE51-ED56-4EDC-907B-80F11ACD0E4C}">
      <dgm:prSet/>
      <dgm:spPr/>
      <dgm:t>
        <a:bodyPr/>
        <a:lstStyle/>
        <a:p>
          <a:endParaRPr lang="en-US"/>
        </a:p>
      </dgm:t>
    </dgm:pt>
    <dgm:pt modelId="{171B1841-37F6-4EE4-AECF-C88D828D8830}">
      <dgm:prSet custT="1"/>
      <dgm:spPr/>
      <dgm:t>
        <a:bodyPr/>
        <a:lstStyle/>
        <a:p>
          <a:pPr>
            <a:buNone/>
          </a:pPr>
          <a:r>
            <a:rPr lang="en-US" sz="2200" dirty="0"/>
            <a:t>Dhruv Patel, Cole Price, Clayton Tucker,  Caleb Damron, Danyil Chuprynov</a:t>
          </a:r>
        </a:p>
      </dgm:t>
    </dgm:pt>
    <dgm:pt modelId="{4453D8C8-3DD2-4F80-8AF0-68295FCC5303}" type="parTrans" cxnId="{61F1A6A7-2F7F-4532-8DF9-542D862AECD7}">
      <dgm:prSet/>
      <dgm:spPr/>
      <dgm:t>
        <a:bodyPr/>
        <a:lstStyle/>
        <a:p>
          <a:endParaRPr lang="en-US"/>
        </a:p>
      </dgm:t>
    </dgm:pt>
    <dgm:pt modelId="{89128DB0-03C8-4D04-BFAE-23653590A2CD}" type="sibTrans" cxnId="{61F1A6A7-2F7F-4532-8DF9-542D862AECD7}">
      <dgm:prSet/>
      <dgm:spPr/>
      <dgm:t>
        <a:bodyPr/>
        <a:lstStyle/>
        <a:p>
          <a:endParaRPr lang="en-US"/>
        </a:p>
      </dgm:t>
    </dgm:pt>
    <dgm:pt modelId="{83EEE20E-EA9D-3945-8C21-B50316AFADA7}" type="pres">
      <dgm:prSet presAssocID="{EC7C7476-809D-4F7F-863D-6A0FD968C096}" presName="linear" presStyleCnt="0">
        <dgm:presLayoutVars>
          <dgm:dir/>
          <dgm:animLvl val="lvl"/>
          <dgm:resizeHandles val="exact"/>
        </dgm:presLayoutVars>
      </dgm:prSet>
      <dgm:spPr/>
    </dgm:pt>
    <dgm:pt modelId="{C7377B19-AD0F-B14C-B5F9-C9189ABC6176}" type="pres">
      <dgm:prSet presAssocID="{D3770177-9051-4ED9-AAD6-47D788FB9EF2}" presName="parentLin" presStyleCnt="0"/>
      <dgm:spPr/>
    </dgm:pt>
    <dgm:pt modelId="{B787DC6D-89CA-A442-A7E2-3555AADD65C2}" type="pres">
      <dgm:prSet presAssocID="{D3770177-9051-4ED9-AAD6-47D788FB9EF2}" presName="parentLeftMargin" presStyleLbl="node1" presStyleIdx="0" presStyleCnt="2"/>
      <dgm:spPr/>
    </dgm:pt>
    <dgm:pt modelId="{E9FFFEFA-E023-2E48-9294-643985604DE6}" type="pres">
      <dgm:prSet presAssocID="{D3770177-9051-4ED9-AAD6-47D788FB9EF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CB73452-1F6D-3341-9CF7-96702E8C81DE}" type="pres">
      <dgm:prSet presAssocID="{D3770177-9051-4ED9-AAD6-47D788FB9EF2}" presName="negativeSpace" presStyleCnt="0"/>
      <dgm:spPr/>
    </dgm:pt>
    <dgm:pt modelId="{63903F31-68BE-6546-82E4-B8BBE3764A1D}" type="pres">
      <dgm:prSet presAssocID="{D3770177-9051-4ED9-AAD6-47D788FB9EF2}" presName="childText" presStyleLbl="conFgAcc1" presStyleIdx="0" presStyleCnt="2">
        <dgm:presLayoutVars>
          <dgm:bulletEnabled val="1"/>
        </dgm:presLayoutVars>
      </dgm:prSet>
      <dgm:spPr/>
    </dgm:pt>
    <dgm:pt modelId="{4052939A-9757-6A48-AE4C-EBF5867E5A8B}" type="pres">
      <dgm:prSet presAssocID="{5EBC9FFB-7579-4AC3-A05A-7B876A29494F}" presName="spaceBetweenRectangles" presStyleCnt="0"/>
      <dgm:spPr/>
    </dgm:pt>
    <dgm:pt modelId="{17C1D5BF-B81F-4247-85D7-79D92766DAA9}" type="pres">
      <dgm:prSet presAssocID="{4F4BC0F2-82C7-4847-99E1-092B433F9F5E}" presName="parentLin" presStyleCnt="0"/>
      <dgm:spPr/>
    </dgm:pt>
    <dgm:pt modelId="{3099A28B-A257-1244-BCE7-239E809CA221}" type="pres">
      <dgm:prSet presAssocID="{4F4BC0F2-82C7-4847-99E1-092B433F9F5E}" presName="parentLeftMargin" presStyleLbl="node1" presStyleIdx="0" presStyleCnt="2"/>
      <dgm:spPr/>
    </dgm:pt>
    <dgm:pt modelId="{02C04C06-BB73-3344-8A7A-80C0E10AA55F}" type="pres">
      <dgm:prSet presAssocID="{4F4BC0F2-82C7-4847-99E1-092B433F9F5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0133C3C-6ABD-B542-8A7D-3016403A8917}" type="pres">
      <dgm:prSet presAssocID="{4F4BC0F2-82C7-4847-99E1-092B433F9F5E}" presName="negativeSpace" presStyleCnt="0"/>
      <dgm:spPr/>
    </dgm:pt>
    <dgm:pt modelId="{894CFFF3-F427-7C4E-8840-05065FDBA904}" type="pres">
      <dgm:prSet presAssocID="{4F4BC0F2-82C7-4847-99E1-092B433F9F5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4EEB004-DA6A-1940-8232-1AD7861C3153}" type="presOf" srcId="{4F4BC0F2-82C7-4847-99E1-092B433F9F5E}" destId="{02C04C06-BB73-3344-8A7A-80C0E10AA55F}" srcOrd="1" destOrd="0" presId="urn:microsoft.com/office/officeart/2005/8/layout/list1"/>
    <dgm:cxn modelId="{97714E30-CBD9-3E46-9B00-E2B0279CBEF5}" type="presOf" srcId="{171B1841-37F6-4EE4-AECF-C88D828D8830}" destId="{894CFFF3-F427-7C4E-8840-05065FDBA904}" srcOrd="0" destOrd="0" presId="urn:microsoft.com/office/officeart/2005/8/layout/list1"/>
    <dgm:cxn modelId="{ADE8C23D-7B7F-204E-9FA6-B090FFBD67DB}" type="presOf" srcId="{D3770177-9051-4ED9-AAD6-47D788FB9EF2}" destId="{B787DC6D-89CA-A442-A7E2-3555AADD65C2}" srcOrd="0" destOrd="0" presId="urn:microsoft.com/office/officeart/2005/8/layout/list1"/>
    <dgm:cxn modelId="{7FA7594D-7D69-AD46-B6A8-586C9D2D22D8}" type="presOf" srcId="{EC7C7476-809D-4F7F-863D-6A0FD968C096}" destId="{83EEE20E-EA9D-3945-8C21-B50316AFADA7}" srcOrd="0" destOrd="0" presId="urn:microsoft.com/office/officeart/2005/8/layout/list1"/>
    <dgm:cxn modelId="{5368BE51-ED56-4EDC-907B-80F11ACD0E4C}" srcId="{EC7C7476-809D-4F7F-863D-6A0FD968C096}" destId="{4F4BC0F2-82C7-4847-99E1-092B433F9F5E}" srcOrd="1" destOrd="0" parTransId="{FA845227-17B3-4EFB-A41F-2946EE30BEE9}" sibTransId="{FE3470C9-CA6D-4129-B9A5-694644F2AE20}"/>
    <dgm:cxn modelId="{E512B761-38D3-F14B-841E-A9D077D925EA}" type="presOf" srcId="{4F4BC0F2-82C7-4847-99E1-092B433F9F5E}" destId="{3099A28B-A257-1244-BCE7-239E809CA221}" srcOrd="0" destOrd="0" presId="urn:microsoft.com/office/officeart/2005/8/layout/list1"/>
    <dgm:cxn modelId="{B6C9F49C-3729-814B-B422-97770493770F}" type="presOf" srcId="{D3770177-9051-4ED9-AAD6-47D788FB9EF2}" destId="{E9FFFEFA-E023-2E48-9294-643985604DE6}" srcOrd="1" destOrd="0" presId="urn:microsoft.com/office/officeart/2005/8/layout/list1"/>
    <dgm:cxn modelId="{61F1A6A7-2F7F-4532-8DF9-542D862AECD7}" srcId="{4F4BC0F2-82C7-4847-99E1-092B433F9F5E}" destId="{171B1841-37F6-4EE4-AECF-C88D828D8830}" srcOrd="0" destOrd="0" parTransId="{4453D8C8-3DD2-4F80-8AF0-68295FCC5303}" sibTransId="{89128DB0-03C8-4D04-BFAE-23653590A2CD}"/>
    <dgm:cxn modelId="{399558EF-F33F-4CFC-89C8-5B0C173CE060}" srcId="{EC7C7476-809D-4F7F-863D-6A0FD968C096}" destId="{D3770177-9051-4ED9-AAD6-47D788FB9EF2}" srcOrd="0" destOrd="0" parTransId="{49CCC25F-3787-4636-90A4-2AE8650DED66}" sibTransId="{5EBC9FFB-7579-4AC3-A05A-7B876A29494F}"/>
    <dgm:cxn modelId="{1CC93180-5BED-4540-AC5B-AD31F5FBF06E}" type="presParOf" srcId="{83EEE20E-EA9D-3945-8C21-B50316AFADA7}" destId="{C7377B19-AD0F-B14C-B5F9-C9189ABC6176}" srcOrd="0" destOrd="0" presId="urn:microsoft.com/office/officeart/2005/8/layout/list1"/>
    <dgm:cxn modelId="{6E15627B-64F6-714F-A126-2A376C8CAE27}" type="presParOf" srcId="{C7377B19-AD0F-B14C-B5F9-C9189ABC6176}" destId="{B787DC6D-89CA-A442-A7E2-3555AADD65C2}" srcOrd="0" destOrd="0" presId="urn:microsoft.com/office/officeart/2005/8/layout/list1"/>
    <dgm:cxn modelId="{09BFCCA8-8813-C049-863B-21916245C103}" type="presParOf" srcId="{C7377B19-AD0F-B14C-B5F9-C9189ABC6176}" destId="{E9FFFEFA-E023-2E48-9294-643985604DE6}" srcOrd="1" destOrd="0" presId="urn:microsoft.com/office/officeart/2005/8/layout/list1"/>
    <dgm:cxn modelId="{B022D816-248A-7E45-89C4-629A7BA891E5}" type="presParOf" srcId="{83EEE20E-EA9D-3945-8C21-B50316AFADA7}" destId="{2CB73452-1F6D-3341-9CF7-96702E8C81DE}" srcOrd="1" destOrd="0" presId="urn:microsoft.com/office/officeart/2005/8/layout/list1"/>
    <dgm:cxn modelId="{CA46BB8E-3BE6-6141-9039-4809191D3F96}" type="presParOf" srcId="{83EEE20E-EA9D-3945-8C21-B50316AFADA7}" destId="{63903F31-68BE-6546-82E4-B8BBE3764A1D}" srcOrd="2" destOrd="0" presId="urn:microsoft.com/office/officeart/2005/8/layout/list1"/>
    <dgm:cxn modelId="{4BB09C19-A05C-F04D-AD73-2915EC88B687}" type="presParOf" srcId="{83EEE20E-EA9D-3945-8C21-B50316AFADA7}" destId="{4052939A-9757-6A48-AE4C-EBF5867E5A8B}" srcOrd="3" destOrd="0" presId="urn:microsoft.com/office/officeart/2005/8/layout/list1"/>
    <dgm:cxn modelId="{89159CE7-5E1A-7B4F-8D20-4CF4B49122F0}" type="presParOf" srcId="{83EEE20E-EA9D-3945-8C21-B50316AFADA7}" destId="{17C1D5BF-B81F-4247-85D7-79D92766DAA9}" srcOrd="4" destOrd="0" presId="urn:microsoft.com/office/officeart/2005/8/layout/list1"/>
    <dgm:cxn modelId="{DC980F64-FBEA-834E-97AE-CFBE523A917B}" type="presParOf" srcId="{17C1D5BF-B81F-4247-85D7-79D92766DAA9}" destId="{3099A28B-A257-1244-BCE7-239E809CA221}" srcOrd="0" destOrd="0" presId="urn:microsoft.com/office/officeart/2005/8/layout/list1"/>
    <dgm:cxn modelId="{B5C6D55D-3CF3-194E-96FD-075AFAE06279}" type="presParOf" srcId="{17C1D5BF-B81F-4247-85D7-79D92766DAA9}" destId="{02C04C06-BB73-3344-8A7A-80C0E10AA55F}" srcOrd="1" destOrd="0" presId="urn:microsoft.com/office/officeart/2005/8/layout/list1"/>
    <dgm:cxn modelId="{398536F9-FC7F-3543-82A2-CFB0E8467614}" type="presParOf" srcId="{83EEE20E-EA9D-3945-8C21-B50316AFADA7}" destId="{D0133C3C-6ABD-B542-8A7D-3016403A8917}" srcOrd="5" destOrd="0" presId="urn:microsoft.com/office/officeart/2005/8/layout/list1"/>
    <dgm:cxn modelId="{62921286-0E6F-BB48-B271-DB05968066C7}" type="presParOf" srcId="{83EEE20E-EA9D-3945-8C21-B50316AFADA7}" destId="{894CFFF3-F427-7C4E-8840-05065FDBA90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0C6DF-A2DC-9749-AC2F-92DC306DA147}">
      <dsp:nvSpPr>
        <dsp:cNvPr id="0" name=""/>
        <dsp:cNvSpPr/>
      </dsp:nvSpPr>
      <dsp:spPr>
        <a:xfrm rot="5400000">
          <a:off x="545166" y="678002"/>
          <a:ext cx="595433" cy="67788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E2F20-B22B-114E-9AA0-B65FFC08D2C2}">
      <dsp:nvSpPr>
        <dsp:cNvPr id="0" name=""/>
        <dsp:cNvSpPr/>
      </dsp:nvSpPr>
      <dsp:spPr>
        <a:xfrm>
          <a:off x="387413" y="17952"/>
          <a:ext cx="1002359" cy="701619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</a:t>
          </a:r>
        </a:p>
      </dsp:txBody>
      <dsp:txXfrm>
        <a:off x="421669" y="52208"/>
        <a:ext cx="933847" cy="633107"/>
      </dsp:txXfrm>
    </dsp:sp>
    <dsp:sp modelId="{AD06BAEE-98FD-BA48-BD1D-D0A3A9E3B22E}">
      <dsp:nvSpPr>
        <dsp:cNvPr id="0" name=""/>
        <dsp:cNvSpPr/>
      </dsp:nvSpPr>
      <dsp:spPr>
        <a:xfrm>
          <a:off x="1389773" y="84867"/>
          <a:ext cx="729021" cy="567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FF81D-44C2-4141-81F5-DA972DD216E4}">
      <dsp:nvSpPr>
        <dsp:cNvPr id="0" name=""/>
        <dsp:cNvSpPr/>
      </dsp:nvSpPr>
      <dsp:spPr>
        <a:xfrm rot="5400000">
          <a:off x="1376229" y="1466152"/>
          <a:ext cx="595433" cy="67788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DFEA62-2BF7-9949-BA9E-274D653B5114}">
      <dsp:nvSpPr>
        <dsp:cNvPr id="0" name=""/>
        <dsp:cNvSpPr/>
      </dsp:nvSpPr>
      <dsp:spPr>
        <a:xfrm>
          <a:off x="1218476" y="806102"/>
          <a:ext cx="1002359" cy="701619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Cleaning</a:t>
          </a:r>
        </a:p>
      </dsp:txBody>
      <dsp:txXfrm>
        <a:off x="1252732" y="840358"/>
        <a:ext cx="933847" cy="633107"/>
      </dsp:txXfrm>
    </dsp:sp>
    <dsp:sp modelId="{3BB42252-BD5F-3343-BD96-CE1DEE5EA7B4}">
      <dsp:nvSpPr>
        <dsp:cNvPr id="0" name=""/>
        <dsp:cNvSpPr/>
      </dsp:nvSpPr>
      <dsp:spPr>
        <a:xfrm>
          <a:off x="2220836" y="873018"/>
          <a:ext cx="729021" cy="567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EC128C-59E8-CC4A-B2D0-385049A27E37}">
      <dsp:nvSpPr>
        <dsp:cNvPr id="0" name=""/>
        <dsp:cNvSpPr/>
      </dsp:nvSpPr>
      <dsp:spPr>
        <a:xfrm rot="5400000">
          <a:off x="2207292" y="2254303"/>
          <a:ext cx="595433" cy="67788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384DC-024A-EC46-BA36-A05B53322771}">
      <dsp:nvSpPr>
        <dsp:cNvPr id="0" name=""/>
        <dsp:cNvSpPr/>
      </dsp:nvSpPr>
      <dsp:spPr>
        <a:xfrm>
          <a:off x="2049538" y="1594252"/>
          <a:ext cx="1002359" cy="701619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</a:t>
          </a:r>
        </a:p>
      </dsp:txBody>
      <dsp:txXfrm>
        <a:off x="2083794" y="1628508"/>
        <a:ext cx="933847" cy="633107"/>
      </dsp:txXfrm>
    </dsp:sp>
    <dsp:sp modelId="{6EB183A8-CB1C-324E-ACFE-59BCA90F8646}">
      <dsp:nvSpPr>
        <dsp:cNvPr id="0" name=""/>
        <dsp:cNvSpPr/>
      </dsp:nvSpPr>
      <dsp:spPr>
        <a:xfrm>
          <a:off x="3051898" y="1661168"/>
          <a:ext cx="729021" cy="567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ADA668-B27F-F64F-B8FF-A41DF9965488}">
      <dsp:nvSpPr>
        <dsp:cNvPr id="0" name=""/>
        <dsp:cNvSpPr/>
      </dsp:nvSpPr>
      <dsp:spPr>
        <a:xfrm>
          <a:off x="2880601" y="2382403"/>
          <a:ext cx="1002359" cy="701619"/>
        </a:xfrm>
        <a:prstGeom prst="roundRect">
          <a:avLst>
            <a:gd name="adj" fmla="val 1667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Visualizations</a:t>
          </a:r>
          <a:endParaRPr lang="en-US" sz="1200" kern="1200" dirty="0"/>
        </a:p>
      </dsp:txBody>
      <dsp:txXfrm>
        <a:off x="2914857" y="2416659"/>
        <a:ext cx="933847" cy="6331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CCA096-3CF2-C445-A98C-6851D973F4B8}">
      <dsp:nvSpPr>
        <dsp:cNvPr id="0" name=""/>
        <dsp:cNvSpPr/>
      </dsp:nvSpPr>
      <dsp:spPr>
        <a:xfrm>
          <a:off x="6210" y="229323"/>
          <a:ext cx="1941397" cy="23296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0" rIns="19176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 GDP per capita + inequality metrics</a:t>
          </a:r>
        </a:p>
      </dsp:txBody>
      <dsp:txXfrm>
        <a:off x="6210" y="1161194"/>
        <a:ext cx="1941397" cy="1397806"/>
      </dsp:txXfrm>
    </dsp:sp>
    <dsp:sp modelId="{E9426C90-075E-1F43-AB7C-DEF8F64F3823}">
      <dsp:nvSpPr>
        <dsp:cNvPr id="0" name=""/>
        <dsp:cNvSpPr/>
      </dsp:nvSpPr>
      <dsp:spPr>
        <a:xfrm>
          <a:off x="6210" y="229323"/>
          <a:ext cx="1941397" cy="93187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165100" rIns="191767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01</a:t>
          </a:r>
        </a:p>
      </dsp:txBody>
      <dsp:txXfrm>
        <a:off x="6210" y="229323"/>
        <a:ext cx="1941397" cy="931871"/>
      </dsp:txXfrm>
    </dsp:sp>
    <dsp:sp modelId="{9A20A6AC-DF8E-4A4B-BB36-91CB2A10019C}">
      <dsp:nvSpPr>
        <dsp:cNvPr id="0" name=""/>
        <dsp:cNvSpPr/>
      </dsp:nvSpPr>
      <dsp:spPr>
        <a:xfrm>
          <a:off x="2102920" y="229323"/>
          <a:ext cx="1941397" cy="232967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0" rIns="19176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time-series &amp; post-COVID data</a:t>
          </a:r>
        </a:p>
      </dsp:txBody>
      <dsp:txXfrm>
        <a:off x="2102920" y="1161194"/>
        <a:ext cx="1941397" cy="1397806"/>
      </dsp:txXfrm>
    </dsp:sp>
    <dsp:sp modelId="{1130FF5E-927C-EC4C-9EAD-9975A9F0DED9}">
      <dsp:nvSpPr>
        <dsp:cNvPr id="0" name=""/>
        <dsp:cNvSpPr/>
      </dsp:nvSpPr>
      <dsp:spPr>
        <a:xfrm>
          <a:off x="2102920" y="229323"/>
          <a:ext cx="1941397" cy="93187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165100" rIns="191767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02</a:t>
          </a:r>
        </a:p>
      </dsp:txBody>
      <dsp:txXfrm>
        <a:off x="2102920" y="229323"/>
        <a:ext cx="1941397" cy="931871"/>
      </dsp:txXfrm>
    </dsp:sp>
    <dsp:sp modelId="{82258BC2-E7A1-1047-AD37-1B5AD4FE8346}">
      <dsp:nvSpPr>
        <dsp:cNvPr id="0" name=""/>
        <dsp:cNvSpPr/>
      </dsp:nvSpPr>
      <dsp:spPr>
        <a:xfrm>
          <a:off x="4199630" y="229323"/>
          <a:ext cx="1941397" cy="23296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0" rIns="19176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 environmental + health indicators (PM2.5, smoking, chronic disease)</a:t>
          </a:r>
        </a:p>
      </dsp:txBody>
      <dsp:txXfrm>
        <a:off x="4199630" y="1161194"/>
        <a:ext cx="1941397" cy="1397806"/>
      </dsp:txXfrm>
    </dsp:sp>
    <dsp:sp modelId="{D31EC946-C64A-794A-B376-BDA6934C49EF}">
      <dsp:nvSpPr>
        <dsp:cNvPr id="0" name=""/>
        <dsp:cNvSpPr/>
      </dsp:nvSpPr>
      <dsp:spPr>
        <a:xfrm>
          <a:off x="4199630" y="229323"/>
          <a:ext cx="1941397" cy="93187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165100" rIns="191767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03</a:t>
          </a:r>
        </a:p>
      </dsp:txBody>
      <dsp:txXfrm>
        <a:off x="4199630" y="229323"/>
        <a:ext cx="1941397" cy="931871"/>
      </dsp:txXfrm>
    </dsp:sp>
    <dsp:sp modelId="{B28D697C-A29C-764D-9A01-814D8BE982FA}">
      <dsp:nvSpPr>
        <dsp:cNvPr id="0" name=""/>
        <dsp:cNvSpPr/>
      </dsp:nvSpPr>
      <dsp:spPr>
        <a:xfrm>
          <a:off x="6296339" y="229323"/>
          <a:ext cx="1941397" cy="232967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0" rIns="19176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predictive models</a:t>
          </a:r>
        </a:p>
      </dsp:txBody>
      <dsp:txXfrm>
        <a:off x="6296339" y="1161194"/>
        <a:ext cx="1941397" cy="1397806"/>
      </dsp:txXfrm>
    </dsp:sp>
    <dsp:sp modelId="{F2C316D3-6B7D-654B-8620-CD7668356780}">
      <dsp:nvSpPr>
        <dsp:cNvPr id="0" name=""/>
        <dsp:cNvSpPr/>
      </dsp:nvSpPr>
      <dsp:spPr>
        <a:xfrm>
          <a:off x="6296339" y="229323"/>
          <a:ext cx="1941397" cy="93187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165100" rIns="191767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04</a:t>
          </a:r>
        </a:p>
      </dsp:txBody>
      <dsp:txXfrm>
        <a:off x="6296339" y="229323"/>
        <a:ext cx="1941397" cy="931871"/>
      </dsp:txXfrm>
    </dsp:sp>
    <dsp:sp modelId="{7B92BF66-F5B9-A443-8C26-F530F43DBF7B}">
      <dsp:nvSpPr>
        <dsp:cNvPr id="0" name=""/>
        <dsp:cNvSpPr/>
      </dsp:nvSpPr>
      <dsp:spPr>
        <a:xfrm>
          <a:off x="8393049" y="229323"/>
          <a:ext cx="1941397" cy="232967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0" rIns="19176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Expand the interactive dashboard</a:t>
          </a:r>
        </a:p>
      </dsp:txBody>
      <dsp:txXfrm>
        <a:off x="8393049" y="1161194"/>
        <a:ext cx="1941397" cy="1397806"/>
      </dsp:txXfrm>
    </dsp:sp>
    <dsp:sp modelId="{522405E4-AA8B-2B4D-9856-9BDEC0A5EDFB}">
      <dsp:nvSpPr>
        <dsp:cNvPr id="0" name=""/>
        <dsp:cNvSpPr/>
      </dsp:nvSpPr>
      <dsp:spPr>
        <a:xfrm>
          <a:off x="8393049" y="229323"/>
          <a:ext cx="1941397" cy="931871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1767" tIns="165100" rIns="191767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05</a:t>
          </a:r>
        </a:p>
      </dsp:txBody>
      <dsp:txXfrm>
        <a:off x="8393049" y="229323"/>
        <a:ext cx="1941397" cy="9318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03F31-68BE-6546-82E4-B8BBE3764A1D}">
      <dsp:nvSpPr>
        <dsp:cNvPr id="0" name=""/>
        <dsp:cNvSpPr/>
      </dsp:nvSpPr>
      <dsp:spPr>
        <a:xfrm>
          <a:off x="0" y="494387"/>
          <a:ext cx="10261599" cy="80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FFEFA-E023-2E48-9294-643985604DE6}">
      <dsp:nvSpPr>
        <dsp:cNvPr id="0" name=""/>
        <dsp:cNvSpPr/>
      </dsp:nvSpPr>
      <dsp:spPr>
        <a:xfrm>
          <a:off x="513080" y="22067"/>
          <a:ext cx="7183119" cy="944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1505" tIns="0" rIns="27150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Questions?</a:t>
          </a:r>
          <a:endParaRPr lang="en-US" sz="3200" kern="1200" dirty="0"/>
        </a:p>
      </dsp:txBody>
      <dsp:txXfrm>
        <a:off x="559194" y="68181"/>
        <a:ext cx="7090891" cy="852412"/>
      </dsp:txXfrm>
    </dsp:sp>
    <dsp:sp modelId="{894CFFF3-F427-7C4E-8840-05065FDBA904}">
      <dsp:nvSpPr>
        <dsp:cNvPr id="0" name=""/>
        <dsp:cNvSpPr/>
      </dsp:nvSpPr>
      <dsp:spPr>
        <a:xfrm>
          <a:off x="0" y="1945907"/>
          <a:ext cx="10261599" cy="11339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351890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414" tIns="666496" rIns="796414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 dirty="0"/>
            <a:t>Dhruv Patel, Cole Price, Clayton Tucker,  Caleb Damron, Danyil Chuprynov</a:t>
          </a:r>
        </a:p>
      </dsp:txBody>
      <dsp:txXfrm>
        <a:off x="0" y="1945907"/>
        <a:ext cx="10261599" cy="1133999"/>
      </dsp:txXfrm>
    </dsp:sp>
    <dsp:sp modelId="{02C04C06-BB73-3344-8A7A-80C0E10AA55F}">
      <dsp:nvSpPr>
        <dsp:cNvPr id="0" name=""/>
        <dsp:cNvSpPr/>
      </dsp:nvSpPr>
      <dsp:spPr>
        <a:xfrm>
          <a:off x="513080" y="1473587"/>
          <a:ext cx="7183119" cy="944640"/>
        </a:xfrm>
        <a:prstGeom prst="roundRect">
          <a:avLst/>
        </a:prstGeom>
        <a:solidFill>
          <a:schemeClr val="accent2">
            <a:hueOff val="-10351890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1505" tIns="0" rIns="27150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/>
            <a:t>Presented By:</a:t>
          </a:r>
        </a:p>
      </dsp:txBody>
      <dsp:txXfrm>
        <a:off x="559194" y="1519701"/>
        <a:ext cx="7090891" cy="852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D8B1D-5A9F-E847-A70F-62E1BAEDFE90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F490B-D502-9644-80F0-F34C055D5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3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2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28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24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Dhruv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92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Dhruv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8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Danyil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88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Danyil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16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Clayton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15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Clayton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61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22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F490B-D502-9644-80F0-F34C055D5D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43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holding a globe">
            <a:extLst>
              <a:ext uri="{FF2B5EF4-FFF2-40B4-BE49-F238E27FC236}">
                <a16:creationId xmlns:a16="http://schemas.microsoft.com/office/drawing/2014/main" id="{03226FCD-F66B-9C2C-8144-37F93CEF92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73" b="27140"/>
          <a:stretch>
            <a:fillRect/>
          </a:stretch>
        </p:blipFill>
        <p:spPr>
          <a:xfrm>
            <a:off x="20" y="10"/>
            <a:ext cx="12191980" cy="42428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904324-045F-D1F1-2505-7BBE805A7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419936"/>
            <a:ext cx="8991600" cy="1645759"/>
          </a:xfrm>
        </p:spPr>
        <p:txBody>
          <a:bodyPr>
            <a:normAutofit/>
          </a:bodyPr>
          <a:lstStyle/>
          <a:p>
            <a:r>
              <a:rPr lang="en-US" dirty="0"/>
              <a:t>Global Life expectancy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356A7-F3D9-4984-CF12-B2552BCFD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371138"/>
            <a:ext cx="6801612" cy="76015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b="1" dirty="0"/>
              <a:t>Presented By: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Dhruv Patel, Cole Price, Clayton Tucker,  Caleb Damron, Danyil Chuprynov</a:t>
            </a:r>
          </a:p>
        </p:txBody>
      </p:sp>
    </p:spTree>
    <p:extLst>
      <p:ext uri="{BB962C8B-B14F-4D97-AF65-F5344CB8AC3E}">
        <p14:creationId xmlns:p14="http://schemas.microsoft.com/office/powerpoint/2010/main" val="95251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67C1D-97A9-BD07-3B48-83416B96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1E012-B6D5-6309-2DC3-18D2D35B9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329" y="914891"/>
            <a:ext cx="5320696" cy="502821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</a:rPr>
              <a:t> Objective</a:t>
            </a:r>
          </a:p>
          <a:p>
            <a:pPr marL="0" indent="0">
              <a:buNone/>
            </a:pPr>
            <a:endParaRPr lang="en-US" sz="2800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Main Research Question: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What social, economic, and environmental factors were most associated with life expectancy across countries before the COVID-19 pandemic?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Key Goal: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Build a unified dataset and identify global patterns, correlations, and outliers.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C90469-2A85-0341-576F-115FAEA7A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5657" y="1874485"/>
            <a:ext cx="3164445" cy="316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82A9-D408-58FA-0153-E0141E71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Data Overview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49CAD-3FD3-870C-15F0-C3D362E56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550303"/>
            <a:ext cx="7729728" cy="2066545"/>
          </a:xfrm>
        </p:spPr>
        <p:txBody>
          <a:bodyPr/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Sources Used (all pre-2020):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World Bank, WHO, UNICEF,  World Population Review, Wikipedia, Kaggle.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Master Dataset: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193 countries, 9 factors (life expectancy, GDP, </a:t>
            </a:r>
            <a:r>
              <a:rPr lang="en-US" dirty="0">
                <a:solidFill>
                  <a:srgbClr val="000000"/>
                </a:solidFill>
              </a:rPr>
              <a:t>clean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water access, health spending, happiness score, air quality, freedom, region, and income category)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02AA0-45B6-2565-111A-89337D88D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71" y="4467560"/>
            <a:ext cx="10553657" cy="19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18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59A99-0111-0D32-D5CD-EE039925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pPr marL="0"/>
            <a:r>
              <a:rPr lang="en-US" sz="2800" b="1" i="0" u="none" strike="noStrike" dirty="0">
                <a:solidFill>
                  <a:schemeClr val="bg1"/>
                </a:solidFill>
                <a:effectLst/>
              </a:rPr>
              <a:t>Data Cleaning &amp; Integration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1E246E-AD38-1599-BAEB-C80582596E8C}"/>
              </a:ext>
            </a:extLst>
          </p:cNvPr>
          <p:cNvSpPr txBox="1">
            <a:spLocks/>
          </p:cNvSpPr>
          <p:nvPr/>
        </p:nvSpPr>
        <p:spPr>
          <a:xfrm>
            <a:off x="643468" y="2638044"/>
            <a:ext cx="3363974" cy="341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700" b="1" dirty="0">
              <a:solidFill>
                <a:schemeClr val="bg1"/>
              </a:solidFill>
            </a:endParaRPr>
          </a:p>
          <a:p>
            <a:r>
              <a:rPr lang="en-US" sz="1700" b="0" i="0" u="none" strike="noStrike" dirty="0">
                <a:solidFill>
                  <a:schemeClr val="bg1"/>
                </a:solidFill>
                <a:effectLst/>
              </a:rPr>
              <a:t>8 datasets merged</a:t>
            </a:r>
          </a:p>
          <a:p>
            <a:r>
              <a:rPr lang="en-US" sz="1700" b="0" i="0" u="none" strike="noStrike" dirty="0">
                <a:solidFill>
                  <a:schemeClr val="bg1"/>
                </a:solidFill>
                <a:effectLst/>
              </a:rPr>
              <a:t>Standardized country names (e.g., </a:t>
            </a:r>
            <a:r>
              <a:rPr lang="en-US" sz="1700" b="0" i="1" u="none" strike="noStrike" dirty="0">
                <a:solidFill>
                  <a:schemeClr val="bg1"/>
                </a:solidFill>
                <a:effectLst/>
              </a:rPr>
              <a:t>“Republic of Korea” → “South Korea”</a:t>
            </a:r>
            <a:r>
              <a:rPr lang="en-US" sz="1700" b="0" i="0" u="none" strike="noStrike" dirty="0">
                <a:solidFill>
                  <a:schemeClr val="bg1"/>
                </a:solidFill>
                <a:effectLst/>
              </a:rPr>
              <a:t>)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b="0" i="0" u="none" strike="noStrike" dirty="0">
                <a:solidFill>
                  <a:schemeClr val="bg1"/>
                </a:solidFill>
                <a:effectLst/>
              </a:rPr>
              <a:t>Filled missing values using alternative reputable sources</a:t>
            </a:r>
          </a:p>
          <a:p>
            <a:r>
              <a:rPr lang="en-US" sz="1700" b="0" i="0" u="none" strike="noStrike" dirty="0">
                <a:solidFill>
                  <a:schemeClr val="bg1"/>
                </a:solidFill>
                <a:effectLst/>
              </a:rPr>
              <a:t>Unified into a single master table</a:t>
            </a:r>
          </a:p>
        </p:txBody>
      </p:sp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6190E5A0-F4C6-CCB2-34E9-4A0211A96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763" y="942020"/>
            <a:ext cx="6250769" cy="48130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7400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FB01-E195-7969-5773-0B7D5F0D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9894-E2A2-3FA1-F460-D88BE543760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AC2A5-4D6F-816D-2961-42F914F65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7117" y="2638425"/>
            <a:ext cx="4271771" cy="3683928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We used: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Descriptive statistics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Pearson correlations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Grouping by region &amp; income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Outlier detection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sz="10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Goal: reveal broad global patterns, not build predictions.</a:t>
            </a:r>
          </a:p>
          <a:p>
            <a:pPr lvl="1"/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F53CC5-D409-F05A-6A1F-BFEAB3872F9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1091514"/>
              </p:ext>
            </p:extLst>
          </p:nvPr>
        </p:nvGraphicFramePr>
        <p:xfrm>
          <a:off x="6338888" y="2638425"/>
          <a:ext cx="427037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9140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A55E5-944D-02A4-4DE0-1B4D1200B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Key Results: Global Trends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2CA84-4E23-0184-759C-717F52AD0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788" y="2255449"/>
            <a:ext cx="3638448" cy="287925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Average life expectancy across all countries: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72.4 years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High-income ≈ 79.6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Upper-middle ≈ 73.3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Lower-middle ≈ 67.0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Low-income ≈ 61.8</a:t>
            </a:r>
          </a:p>
          <a:p>
            <a:endParaRPr lang="en-US" dirty="0">
              <a:solidFill>
                <a:srgbClr val="404040"/>
              </a:solidFill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A6A7B95-4521-75BD-419C-F30CCD05F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7775758"/>
              </p:ext>
            </p:extLst>
          </p:nvPr>
        </p:nvGraphicFramePr>
        <p:xfrm>
          <a:off x="5318236" y="1844349"/>
          <a:ext cx="5228896" cy="3701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1080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696E3-DC6E-8ECF-7C05-538B6902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D584-F0CF-3358-283B-BB57856DB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200" b="1"/>
              <a:t>Correlations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E6EE3-39F9-EE72-DC34-7E66D5694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Highest correlations with life expectancy:</a:t>
            </a:r>
          </a:p>
          <a:p>
            <a:pPr lvl="1"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+0.69 Clean water access</a:t>
            </a:r>
          </a:p>
          <a:p>
            <a:pPr lvl="1"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+0.69 Happiness</a:t>
            </a:r>
          </a:p>
          <a:p>
            <a:pPr lvl="1"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+0.48 Freedom</a:t>
            </a:r>
          </a:p>
          <a:p>
            <a:pPr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Weaker correlations:</a:t>
            </a:r>
          </a:p>
          <a:p>
            <a:pPr lvl="1"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+0.20 Health expenditure</a:t>
            </a:r>
          </a:p>
          <a:p>
            <a:pPr lvl="1"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+0.18 GDP</a:t>
            </a:r>
          </a:p>
          <a:p>
            <a:pPr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Negative correlation:</a:t>
            </a:r>
          </a:p>
          <a:p>
            <a:pPr lvl="1">
              <a:lnSpc>
                <a:spcPct val="90000"/>
              </a:lnSpc>
            </a:pPr>
            <a:r>
              <a:rPr lang="en-US" sz="1400" i="0" u="none" strike="noStrike" dirty="0">
                <a:effectLst/>
              </a:rPr>
              <a:t>–0.20 Air pollution </a:t>
            </a:r>
            <a:r>
              <a:rPr lang="en-US" sz="1400" i="1" u="none" strike="noStrike" dirty="0">
                <a:effectLst/>
              </a:rPr>
              <a:t>(Lower = better)</a:t>
            </a:r>
            <a:endParaRPr lang="en-US" sz="1400" i="0" u="none" strike="noStrike" dirty="0"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graph with blue dots&#10;&#10;Description automatically generated">
            <a:extLst>
              <a:ext uri="{FF2B5EF4-FFF2-40B4-BE49-F238E27FC236}">
                <a16:creationId xmlns:a16="http://schemas.microsoft.com/office/drawing/2014/main" id="{BEDEFC8E-2891-01C8-1149-F95CE45447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23366" y="1788273"/>
            <a:ext cx="6227064" cy="328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34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37897-B241-9497-B157-FD119089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7D919-AE87-3395-E3B3-BA4AB39DC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BC9E0-D370-1D53-B830-D07DAAD17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3468" y="2638043"/>
            <a:ext cx="3363974" cy="3709747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i="0" u="none" strike="noStrike" dirty="0">
                <a:solidFill>
                  <a:schemeClr val="bg1"/>
                </a:solidFill>
                <a:effectLst/>
              </a:rPr>
              <a:t>High-performing low income:</a:t>
            </a:r>
          </a:p>
          <a:p>
            <a:pPr lvl="1"/>
            <a:r>
              <a:rPr lang="en-US" i="0" u="none" strike="noStrike" dirty="0">
                <a:solidFill>
                  <a:schemeClr val="bg1"/>
                </a:solidFill>
                <a:effectLst/>
              </a:rPr>
              <a:t>Syria, North </a:t>
            </a:r>
            <a:r>
              <a:rPr lang="en-US" dirty="0">
                <a:solidFill>
                  <a:schemeClr val="bg1"/>
                </a:solidFill>
              </a:rPr>
              <a:t>K</a:t>
            </a:r>
            <a:r>
              <a:rPr lang="en-US" i="0" u="none" strike="noStrike" dirty="0">
                <a:solidFill>
                  <a:schemeClr val="bg1"/>
                </a:solidFill>
                <a:effectLst/>
              </a:rPr>
              <a:t>orea</a:t>
            </a:r>
          </a:p>
          <a:p>
            <a:r>
              <a:rPr lang="en-US" i="0" u="none" strike="noStrike" dirty="0">
                <a:solidFill>
                  <a:schemeClr val="bg1"/>
                </a:solidFill>
                <a:effectLst/>
              </a:rPr>
              <a:t>High-performing lower-middle income:</a:t>
            </a:r>
          </a:p>
          <a:p>
            <a:pPr lvl="1"/>
            <a:r>
              <a:rPr lang="en-US" i="0" u="none" strike="noStrike" dirty="0">
                <a:solidFill>
                  <a:schemeClr val="bg1"/>
                </a:solidFill>
                <a:effectLst/>
              </a:rPr>
              <a:t>Jordan, Lebanon, Sri Lanka, Tunisia</a:t>
            </a:r>
          </a:p>
          <a:p>
            <a:r>
              <a:rPr lang="en-US" dirty="0">
                <a:solidFill>
                  <a:schemeClr val="bg1"/>
                </a:solidFill>
              </a:rPr>
              <a:t>Low-performing upper-middle income: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Fiji, Marshall Islands, South Africa, Tuluva, Botswana, Guinea, Gabon</a:t>
            </a:r>
            <a:endParaRPr lang="en-US" i="0" u="none" strike="noStrike" dirty="0">
              <a:solidFill>
                <a:schemeClr val="bg1"/>
              </a:solidFill>
              <a:effectLst/>
            </a:endParaRPr>
          </a:p>
          <a:p>
            <a:r>
              <a:rPr lang="en-US" dirty="0">
                <a:solidFill>
                  <a:schemeClr val="bg1"/>
                </a:solidFill>
              </a:rPr>
              <a:t>Low-performing high-income: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Nauru, Guyana, Bahamas, Trinidad &amp; Tobago, Russia, Seychelles</a:t>
            </a:r>
          </a:p>
          <a:p>
            <a:pPr lvl="1"/>
            <a:endParaRPr lang="en-US" i="0" u="none" strike="noStrike" dirty="0">
              <a:solidFill>
                <a:schemeClr val="bg1"/>
              </a:solidFill>
              <a:effectLst/>
            </a:endParaRPr>
          </a:p>
        </p:txBody>
      </p:sp>
      <p:pic>
        <p:nvPicPr>
          <p:cNvPr id="11" name="Picture 10" descr="A graph of blue dots&#10;&#10;Description automatically generated">
            <a:extLst>
              <a:ext uri="{FF2B5EF4-FFF2-40B4-BE49-F238E27FC236}">
                <a16:creationId xmlns:a16="http://schemas.microsoft.com/office/drawing/2014/main" id="{47888F97-9F61-AC47-FB0B-533B8F7D0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763" y="1495417"/>
            <a:ext cx="6250769" cy="370357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298B38-9F55-8ABA-FE06-743A6768C7D4}"/>
              </a:ext>
            </a:extLst>
          </p:cNvPr>
          <p:cNvSpPr txBox="1">
            <a:spLocks/>
          </p:cNvSpPr>
          <p:nvPr/>
        </p:nvSpPr>
        <p:spPr>
          <a:xfrm>
            <a:off x="6096000" y="2575363"/>
            <a:ext cx="4271771" cy="2129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6EAD83-C919-246A-0190-FFC66FE89651}"/>
              </a:ext>
            </a:extLst>
          </p:cNvPr>
          <p:cNvSpPr/>
          <p:nvPr/>
        </p:nvSpPr>
        <p:spPr>
          <a:xfrm>
            <a:off x="9901646" y="2891247"/>
            <a:ext cx="466125" cy="10363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E14BD15-D9EA-6F8A-DF64-920CFB87E53C}"/>
              </a:ext>
            </a:extLst>
          </p:cNvPr>
          <p:cNvSpPr/>
          <p:nvPr/>
        </p:nvSpPr>
        <p:spPr>
          <a:xfrm>
            <a:off x="7723960" y="2575363"/>
            <a:ext cx="466125" cy="3028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AD37389-DCB8-5342-6372-693B099DDC06}"/>
              </a:ext>
            </a:extLst>
          </p:cNvPr>
          <p:cNvSpPr/>
          <p:nvPr/>
        </p:nvSpPr>
        <p:spPr>
          <a:xfrm>
            <a:off x="8880725" y="3347205"/>
            <a:ext cx="466125" cy="5803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E42255A-28E5-374E-733C-9B0FD37AC5A9}"/>
              </a:ext>
            </a:extLst>
          </p:cNvPr>
          <p:cNvSpPr/>
          <p:nvPr/>
        </p:nvSpPr>
        <p:spPr>
          <a:xfrm>
            <a:off x="6635117" y="2878184"/>
            <a:ext cx="466125" cy="4029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3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0B48D-0E6C-45D7-69BB-7926A9AA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4465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0266E-368B-90A8-BAE6-F39E511C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6242719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Issues Encountered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FF330B-B08C-3CDC-56BF-29DAA4E895DB}"/>
              </a:ext>
            </a:extLst>
          </p:cNvPr>
          <p:cNvSpPr txBox="1">
            <a:spLocks/>
          </p:cNvSpPr>
          <p:nvPr/>
        </p:nvSpPr>
        <p:spPr>
          <a:xfrm>
            <a:off x="650967" y="2916763"/>
            <a:ext cx="6242715" cy="341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Inconsistent naming conventions</a:t>
            </a:r>
          </a:p>
          <a:p>
            <a:r>
              <a:rPr lang="en-US" dirty="0">
                <a:solidFill>
                  <a:schemeClr val="bg1"/>
                </a:solidFill>
              </a:rPr>
              <a:t>Missing factors across datasets</a:t>
            </a:r>
          </a:p>
          <a:p>
            <a:r>
              <a:rPr lang="en-US" dirty="0">
                <a:solidFill>
                  <a:schemeClr val="bg1"/>
                </a:solidFill>
              </a:rPr>
              <a:t>Different years (2015–2019)</a:t>
            </a:r>
          </a:p>
          <a:p>
            <a:r>
              <a:rPr lang="en-US" dirty="0">
                <a:solidFill>
                  <a:schemeClr val="bg1"/>
                </a:solidFill>
              </a:rPr>
              <a:t>Manual validation / missing data filling required</a:t>
            </a:r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FBA75960-3BA7-63A4-088D-766F6198E5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27"/>
          <a:stretch/>
        </p:blipFill>
        <p:spPr>
          <a:xfrm>
            <a:off x="8129008" y="1248652"/>
            <a:ext cx="3419524" cy="14097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A screenshot of a phone&#10;&#10;Description automatically generated">
            <a:extLst>
              <a:ext uri="{FF2B5EF4-FFF2-40B4-BE49-F238E27FC236}">
                <a16:creationId xmlns:a16="http://schemas.microsoft.com/office/drawing/2014/main" id="{1B0D723C-0DBC-19B0-F48F-FE53F52D8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08" y="4101512"/>
            <a:ext cx="3419524" cy="14405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497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6FB24-01EE-9223-06FD-ECDB024C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3CC36C-210F-452E-B0C6-CAE94609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4900"/>
            <a:ext cx="12192000" cy="19431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D77E017-7BFF-4018-BF75-AF8C6DDF0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9185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E57EE-F5AE-59BF-F36B-30EC49FC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25791"/>
            <a:ext cx="7729728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b="1"/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E507DA-4A79-CBBD-29E0-C56EF646A42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1927330"/>
              </p:ext>
            </p:extLst>
          </p:nvPr>
        </p:nvGraphicFramePr>
        <p:xfrm>
          <a:off x="921592" y="941466"/>
          <a:ext cx="10340658" cy="278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3930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ABD0-4521-C31E-872F-86485184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Thank you!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3C1E3F-719E-FED7-30CF-C6FEA9B679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37754519"/>
              </p:ext>
            </p:extLst>
          </p:nvPr>
        </p:nvGraphicFramePr>
        <p:xfrm>
          <a:off x="965201" y="2638425"/>
          <a:ext cx="10261600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080469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139</TotalTime>
  <Words>424</Words>
  <Application>Microsoft Macintosh PowerPoint</Application>
  <PresentationFormat>Widescreen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-webkit-standard</vt:lpstr>
      <vt:lpstr>Aptos</vt:lpstr>
      <vt:lpstr>Arial</vt:lpstr>
      <vt:lpstr>Gill Sans MT</vt:lpstr>
      <vt:lpstr>Parcel</vt:lpstr>
      <vt:lpstr>Global Life expectancy analysis</vt:lpstr>
      <vt:lpstr> </vt:lpstr>
      <vt:lpstr>Data Overview</vt:lpstr>
      <vt:lpstr>Data Cleaning &amp; Integration</vt:lpstr>
      <vt:lpstr>Methods</vt:lpstr>
      <vt:lpstr>Key Results: Global Trends</vt:lpstr>
      <vt:lpstr>Correlations</vt:lpstr>
      <vt:lpstr>Outliers</vt:lpstr>
      <vt:lpstr>Issues Encountered 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Patel, Dhruv</dc:creator>
  <cp:lastModifiedBy>Patel, Dhruv</cp:lastModifiedBy>
  <cp:revision>2</cp:revision>
  <dcterms:created xsi:type="dcterms:W3CDTF">2025-11-24T01:47:48Z</dcterms:created>
  <dcterms:modified xsi:type="dcterms:W3CDTF">2025-11-25T00:59:01Z</dcterms:modified>
</cp:coreProperties>
</file>